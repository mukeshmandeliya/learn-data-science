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7" r:id="rId1"/>
  </p:sldMasterIdLst>
  <p:notesMasterIdLst>
    <p:notesMasterId r:id="rId34"/>
  </p:notesMasterIdLst>
  <p:sldIdLst>
    <p:sldId id="259"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Lst>
  <p:sldSz cx="9144000" cy="5143500" type="screen16x9"/>
  <p:notesSz cx="6858000" cy="9144000"/>
  <p:embeddedFontLst>
    <p:embeddedFont>
      <p:font typeface="Proxima Nova" panose="020B0604020202020204" charset="0"/>
      <p:regular r:id="rId35"/>
      <p:bold r:id="rId36"/>
      <p:italic r:id="rId37"/>
      <p:boldItalic r:id="rId38"/>
    </p:embeddedFont>
    <p:embeddedFont>
      <p:font typeface="Roboto" panose="020000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hn0g9fydVeF8bvJxlVgboGsOwa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709BEB6-8855-4475-B4B7-009188B72991}">
  <a:tblStyle styleId="{3709BEB6-8855-4475-B4B7-009188B7299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6" d="100"/>
          <a:sy n="76" d="100"/>
        </p:scale>
        <p:origin x="1024" y="5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font" Target="fonts/font7.fntdata"/><Relationship Id="rId5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6ddd9e2278_0_14: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21" name="Google Shape;421;g26ddd9e2278_0_14: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27d2bce3ac4_0_11: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29" name="Google Shape;429;g27d2bce3ac4_0_11: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27d2bce3ac4_0_4: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38" name="Google Shape;438;g27d2bce3ac4_0_4: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27d2bce3ac4_0_20: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47" name="Google Shape;447;g27d2bce3ac4_0_20: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27d2bce3ac4_0_32: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56" name="Google Shape;456;g27d2bce3ac4_0_32: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27d2bce3ac4_0_52: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65" name="Google Shape;465;g27d2bce3ac4_0_52: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27d2bce3ac4_0_61: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74" name="Google Shape;474;g27d2bce3ac4_0_61: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27d2bce3ac4_0_71: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82" name="Google Shape;482;g27d2bce3ac4_0_71: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27d2bce3ac4_0_87: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90" name="Google Shape;490;g27d2bce3ac4_0_87: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27d2bce3ac4_0_79: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98" name="Google Shape;498;g27d2bce3ac4_0_79: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27d2bce3ac4_0_107: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07" name="Google Shape;507;g27d2bce3ac4_0_107: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27d2bce3ac4_0_118: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16" name="Google Shape;516;g27d2bce3ac4_0_118: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27d2bce3ac4_0_128: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24" name="Google Shape;524;g27d2bce3ac4_0_128: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27d2bce3ac4_0_137: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32" name="Google Shape;532;g27d2bce3ac4_0_137: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27d2bce3ac4_1_15: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40" name="Google Shape;540;g27d2bce3ac4_1_15: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27d2bce3ac4_1_6: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48" name="Google Shape;548;g27d2bce3ac4_1_6: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27d2bce3ac4_1_26: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56" name="Google Shape;556;g27d2bce3ac4_1_26: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g27d2bce3ac4_1_37: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64" name="Google Shape;564;g27d2bce3ac4_1_37: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27d2bce3ac4_1_69: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72" name="Google Shape;572;g27d2bce3ac4_1_69: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27d2bce3ac4_1_46: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81" name="Google Shape;581;g27d2bce3ac4_1_46: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g27d2bce3ac4_1_79: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89" name="Google Shape;589;g27d2bce3ac4_1_79: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27d2bce3ac4_1_105: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598" name="Google Shape;598;g27d2bce3ac4_1_105: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27d2bce3ac4_1_89: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606" name="Google Shape;606;g27d2bce3ac4_1_89: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g27d2bce3ac4_1_97: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614" name="Google Shape;614;g27d2bce3ac4_1_97: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g27d2bce3ac4_1_137: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622" name="Google Shape;622;g27d2bce3ac4_1_137: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27d2bce3ac4_1_113: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631" name="Google Shape;631;g27d2bce3ac4_1_113: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27d2bce3ac4_1_130: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639" name="Google Shape;639;g27d2bce3ac4_1_130: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26ddd9e2278_0_623: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648" name="Google Shape;648;g26ddd9e2278_0_623: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7d2bce3ac4_1_150: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657" name="Google Shape;657;g27d2bce3ac4_1_150: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g27d2bce3ac4_1_158: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666" name="Google Shape;666;g27d2bce3ac4_1_158: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27d2bce3ac4_1_169: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675" name="Google Shape;675;g27d2bce3ac4_1_169: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g26ddd9e2278_0_413:notes"/>
          <p:cNvSpPr txBox="1">
            <a:spLocks noGrp="1"/>
          </p:cNvSpPr>
          <p:nvPr>
            <p:ph type="body" idx="1"/>
          </p:nvPr>
        </p:nvSpPr>
        <p:spPr>
          <a:xfrm>
            <a:off x="914400" y="2443150"/>
            <a:ext cx="7315200" cy="23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684" name="Google Shape;684;g26ddd9e2278_0_413: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3"/>
        <p:cNvGrpSpPr/>
        <p:nvPr/>
      </p:nvGrpSpPr>
      <p:grpSpPr>
        <a:xfrm>
          <a:off x="0" y="0"/>
          <a:ext cx="0" cy="0"/>
          <a:chOff x="0" y="0"/>
          <a:chExt cx="0" cy="0"/>
        </a:xfrm>
      </p:grpSpPr>
      <p:sp>
        <p:nvSpPr>
          <p:cNvPr id="264" name="Google Shape;264;p18"/>
          <p:cNvSpPr txBox="1">
            <a:spLocks noGrp="1"/>
          </p:cNvSpPr>
          <p:nvPr>
            <p:ph type="title"/>
          </p:nvPr>
        </p:nvSpPr>
        <p:spPr>
          <a:xfrm>
            <a:off x="628650" y="274638"/>
            <a:ext cx="7886700" cy="993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5" name="Google Shape;265;p18"/>
          <p:cNvSpPr txBox="1">
            <a:spLocks noGrp="1"/>
          </p:cNvSpPr>
          <p:nvPr>
            <p:ph type="body" idx="1"/>
          </p:nvPr>
        </p:nvSpPr>
        <p:spPr>
          <a:xfrm>
            <a:off x="628650" y="1370013"/>
            <a:ext cx="7886700" cy="3262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6" name="Google Shape;266;p18"/>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7" name="Google Shape;267;p18"/>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8" name="Google Shape;268;p18"/>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Plus Text Bullets">
  <p:cSld name="Title Plus Text Bullets">
    <p:spTree>
      <p:nvGrpSpPr>
        <p:cNvPr id="1" name="Shape 273"/>
        <p:cNvGrpSpPr/>
        <p:nvPr/>
      </p:nvGrpSpPr>
      <p:grpSpPr>
        <a:xfrm>
          <a:off x="0" y="0"/>
          <a:ext cx="0" cy="0"/>
          <a:chOff x="0" y="0"/>
          <a:chExt cx="0" cy="0"/>
        </a:xfrm>
      </p:grpSpPr>
      <p:sp>
        <p:nvSpPr>
          <p:cNvPr id="274" name="Google Shape;274;p46"/>
          <p:cNvSpPr txBox="1">
            <a:spLocks noGrp="1"/>
          </p:cNvSpPr>
          <p:nvPr>
            <p:ph type="title"/>
          </p:nvPr>
        </p:nvSpPr>
        <p:spPr>
          <a:xfrm>
            <a:off x="0" y="0"/>
            <a:ext cx="4396800" cy="640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2800"/>
              <a:buFont typeface="Calibri"/>
              <a:buNone/>
              <a:defRPr sz="2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5" name="Google Shape;275;p46"/>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6" name="Google Shape;276;p46"/>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7" name="Google Shape;277;p46"/>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78" name="Google Shape;278;p46"/>
          <p:cNvSpPr txBox="1">
            <a:spLocks noGrp="1"/>
          </p:cNvSpPr>
          <p:nvPr>
            <p:ph type="body" idx="1"/>
          </p:nvPr>
        </p:nvSpPr>
        <p:spPr>
          <a:xfrm>
            <a:off x="628650" y="1370013"/>
            <a:ext cx="7886700" cy="3262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79"/>
        <p:cNvGrpSpPr/>
        <p:nvPr/>
      </p:nvGrpSpPr>
      <p:grpSpPr>
        <a:xfrm>
          <a:off x="0" y="0"/>
          <a:ext cx="0" cy="0"/>
          <a:chOff x="0" y="0"/>
          <a:chExt cx="0" cy="0"/>
        </a:xfrm>
      </p:grpSpPr>
      <p:sp>
        <p:nvSpPr>
          <p:cNvPr id="280" name="Google Shape;280;p47"/>
          <p:cNvSpPr txBox="1">
            <a:spLocks noGrp="1"/>
          </p:cNvSpPr>
          <p:nvPr>
            <p:ph type="ctrTitle"/>
          </p:nvPr>
        </p:nvSpPr>
        <p:spPr>
          <a:xfrm>
            <a:off x="1143000" y="841375"/>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1" name="Google Shape;281;p47"/>
          <p:cNvSpPr txBox="1">
            <a:spLocks noGrp="1"/>
          </p:cNvSpPr>
          <p:nvPr>
            <p:ph type="subTitle" idx="1"/>
          </p:nvPr>
        </p:nvSpPr>
        <p:spPr>
          <a:xfrm>
            <a:off x="1143000" y="2701925"/>
            <a:ext cx="6858000" cy="12414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82" name="Google Shape;282;p47"/>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3" name="Google Shape;283;p47"/>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4" name="Google Shape;284;p47"/>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5"/>
        <p:cNvGrpSpPr/>
        <p:nvPr/>
      </p:nvGrpSpPr>
      <p:grpSpPr>
        <a:xfrm>
          <a:off x="0" y="0"/>
          <a:ext cx="0" cy="0"/>
          <a:chOff x="0" y="0"/>
          <a:chExt cx="0" cy="0"/>
        </a:xfrm>
      </p:grpSpPr>
      <p:sp>
        <p:nvSpPr>
          <p:cNvPr id="286" name="Google Shape;286;p48"/>
          <p:cNvSpPr txBox="1">
            <a:spLocks noGrp="1"/>
          </p:cNvSpPr>
          <p:nvPr>
            <p:ph type="title"/>
          </p:nvPr>
        </p:nvSpPr>
        <p:spPr>
          <a:xfrm>
            <a:off x="623888" y="1282700"/>
            <a:ext cx="7886700" cy="21399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7" name="Google Shape;287;p48"/>
          <p:cNvSpPr txBox="1">
            <a:spLocks noGrp="1"/>
          </p:cNvSpPr>
          <p:nvPr>
            <p:ph type="body" idx="1"/>
          </p:nvPr>
        </p:nvSpPr>
        <p:spPr>
          <a:xfrm>
            <a:off x="623888" y="3441700"/>
            <a:ext cx="7886700" cy="11256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8" name="Google Shape;288;p48"/>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9" name="Google Shape;289;p48"/>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0" name="Google Shape;290;p48"/>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91"/>
        <p:cNvGrpSpPr/>
        <p:nvPr/>
      </p:nvGrpSpPr>
      <p:grpSpPr>
        <a:xfrm>
          <a:off x="0" y="0"/>
          <a:ext cx="0" cy="0"/>
          <a:chOff x="0" y="0"/>
          <a:chExt cx="0" cy="0"/>
        </a:xfrm>
      </p:grpSpPr>
      <p:sp>
        <p:nvSpPr>
          <p:cNvPr id="292" name="Google Shape;292;p49"/>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3" name="Google Shape;293;p49"/>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4" name="Google Shape;294;p49"/>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Plus Text Bullets">
  <p:cSld name="1_Title Plus Text Bullets">
    <p:spTree>
      <p:nvGrpSpPr>
        <p:cNvPr id="1" name="Shape 295"/>
        <p:cNvGrpSpPr/>
        <p:nvPr/>
      </p:nvGrpSpPr>
      <p:grpSpPr>
        <a:xfrm>
          <a:off x="0" y="0"/>
          <a:ext cx="0" cy="0"/>
          <a:chOff x="0" y="0"/>
          <a:chExt cx="0" cy="0"/>
        </a:xfrm>
      </p:grpSpPr>
      <p:sp>
        <p:nvSpPr>
          <p:cNvPr id="296" name="Google Shape;296;p50"/>
          <p:cNvSpPr txBox="1">
            <a:spLocks noGrp="1"/>
          </p:cNvSpPr>
          <p:nvPr>
            <p:ph type="title"/>
          </p:nvPr>
        </p:nvSpPr>
        <p:spPr>
          <a:xfrm>
            <a:off x="0" y="0"/>
            <a:ext cx="4396800" cy="640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2800"/>
              <a:buFont typeface="Calibri"/>
              <a:buNone/>
              <a:defRPr sz="2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7" name="Google Shape;297;p50"/>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8" name="Google Shape;298;p50"/>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9" name="Google Shape;299;p50"/>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00" name="Google Shape;300;p50"/>
          <p:cNvSpPr txBox="1">
            <a:spLocks noGrp="1"/>
          </p:cNvSpPr>
          <p:nvPr>
            <p:ph type="body" idx="1"/>
          </p:nvPr>
        </p:nvSpPr>
        <p:spPr>
          <a:xfrm>
            <a:off x="628650" y="1370013"/>
            <a:ext cx="7886700" cy="3262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1" name="Google Shape;301;p50"/>
          <p:cNvSpPr/>
          <p:nvPr/>
        </p:nvSpPr>
        <p:spPr>
          <a:xfrm>
            <a:off x="0" y="649042"/>
            <a:ext cx="9144000" cy="363900"/>
          </a:xfrm>
          <a:prstGeom prst="rect">
            <a:avLst/>
          </a:prstGeom>
          <a:solidFill>
            <a:srgbClr val="E631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02" name="Google Shape;302;p50"/>
          <p:cNvSpPr txBox="1">
            <a:spLocks noGrp="1"/>
          </p:cNvSpPr>
          <p:nvPr>
            <p:ph type="body" idx="2"/>
          </p:nvPr>
        </p:nvSpPr>
        <p:spPr>
          <a:xfrm>
            <a:off x="0" y="683387"/>
            <a:ext cx="4299000" cy="2952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2000"/>
              <a:buNone/>
              <a:defRPr sz="2000">
                <a:solidFill>
                  <a:schemeClr val="lt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_editedc">
  <p:cSld name="Comparison_editedc">
    <p:spTree>
      <p:nvGrpSpPr>
        <p:cNvPr id="1" name="Shape 303"/>
        <p:cNvGrpSpPr/>
        <p:nvPr/>
      </p:nvGrpSpPr>
      <p:grpSpPr>
        <a:xfrm>
          <a:off x="0" y="0"/>
          <a:ext cx="0" cy="0"/>
          <a:chOff x="0" y="0"/>
          <a:chExt cx="0" cy="0"/>
        </a:xfrm>
      </p:grpSpPr>
      <p:sp>
        <p:nvSpPr>
          <p:cNvPr id="304" name="Google Shape;304;p51"/>
          <p:cNvSpPr txBox="1">
            <a:spLocks noGrp="1"/>
          </p:cNvSpPr>
          <p:nvPr>
            <p:ph type="title"/>
          </p:nvPr>
        </p:nvSpPr>
        <p:spPr>
          <a:xfrm>
            <a:off x="0" y="0"/>
            <a:ext cx="4396800" cy="640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2800"/>
              <a:buFont typeface="Calibri"/>
              <a:buNone/>
              <a:defRPr sz="2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5" name="Google Shape;305;p51"/>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6" name="Google Shape;306;p51"/>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7" name="Google Shape;307;p51"/>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08" name="Google Shape;308;p51"/>
          <p:cNvSpPr txBox="1">
            <a:spLocks noGrp="1"/>
          </p:cNvSpPr>
          <p:nvPr>
            <p:ph type="body" idx="1"/>
          </p:nvPr>
        </p:nvSpPr>
        <p:spPr>
          <a:xfrm>
            <a:off x="630238" y="1260475"/>
            <a:ext cx="3868800" cy="6192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09" name="Google Shape;309;p51"/>
          <p:cNvSpPr txBox="1">
            <a:spLocks noGrp="1"/>
          </p:cNvSpPr>
          <p:nvPr>
            <p:ph type="body" idx="2"/>
          </p:nvPr>
        </p:nvSpPr>
        <p:spPr>
          <a:xfrm>
            <a:off x="630238" y="1879600"/>
            <a:ext cx="3868800" cy="2762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0" name="Google Shape;310;p51"/>
          <p:cNvSpPr txBox="1">
            <a:spLocks noGrp="1"/>
          </p:cNvSpPr>
          <p:nvPr>
            <p:ph type="body" idx="3"/>
          </p:nvPr>
        </p:nvSpPr>
        <p:spPr>
          <a:xfrm>
            <a:off x="4629150" y="1260475"/>
            <a:ext cx="3887700" cy="6192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11" name="Google Shape;311;p51"/>
          <p:cNvSpPr txBox="1">
            <a:spLocks noGrp="1"/>
          </p:cNvSpPr>
          <p:nvPr>
            <p:ph type="body" idx="4"/>
          </p:nvPr>
        </p:nvSpPr>
        <p:spPr>
          <a:xfrm>
            <a:off x="4629150" y="1879600"/>
            <a:ext cx="3887700" cy="2762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312"/>
        <p:cNvGrpSpPr/>
        <p:nvPr/>
      </p:nvGrpSpPr>
      <p:grpSpPr>
        <a:xfrm>
          <a:off x="0" y="0"/>
          <a:ext cx="0" cy="0"/>
          <a:chOff x="0" y="0"/>
          <a:chExt cx="0" cy="0"/>
        </a:xfrm>
      </p:grpSpPr>
      <p:sp>
        <p:nvSpPr>
          <p:cNvPr id="313" name="Google Shape;313;p52"/>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4" name="Google Shape;314;p52"/>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5" name="Google Shape;315;p52"/>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16" name="Google Shape;316;p52"/>
          <p:cNvPicPr preferRelativeResize="0"/>
          <p:nvPr/>
        </p:nvPicPr>
        <p:blipFill rotWithShape="1">
          <a:blip r:embed="rId2">
            <a:alphaModFix/>
          </a:blip>
          <a:srcRect/>
          <a:stretch/>
        </p:blipFill>
        <p:spPr>
          <a:xfrm rot="10800000" flipH="1">
            <a:off x="632499" y="2973622"/>
            <a:ext cx="7691175" cy="667936"/>
          </a:xfrm>
          <a:prstGeom prst="rect">
            <a:avLst/>
          </a:prstGeom>
          <a:noFill/>
          <a:ln>
            <a:noFill/>
          </a:ln>
        </p:spPr>
      </p:pic>
      <p:sp>
        <p:nvSpPr>
          <p:cNvPr id="317" name="Google Shape;317;p52"/>
          <p:cNvSpPr txBox="1">
            <a:spLocks noGrp="1"/>
          </p:cNvSpPr>
          <p:nvPr>
            <p:ph type="body" idx="1"/>
          </p:nvPr>
        </p:nvSpPr>
        <p:spPr>
          <a:xfrm>
            <a:off x="991750" y="2180741"/>
            <a:ext cx="740400" cy="2490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DDDDDD"/>
              </a:buClr>
              <a:buSzPts val="2000"/>
              <a:buFont typeface="Arial"/>
              <a:buNone/>
              <a:defRPr sz="2000" b="1" i="0" u="none" strike="noStrike" cap="none">
                <a:solidFill>
                  <a:srgbClr val="DDDDDD"/>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8" name="Google Shape;318;p52"/>
          <p:cNvSpPr txBox="1">
            <a:spLocks noGrp="1"/>
          </p:cNvSpPr>
          <p:nvPr>
            <p:ph type="body" idx="2"/>
          </p:nvPr>
        </p:nvSpPr>
        <p:spPr>
          <a:xfrm>
            <a:off x="991750" y="2490781"/>
            <a:ext cx="1324800" cy="1659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DDDDDD"/>
              </a:buClr>
              <a:buSzPts val="1100"/>
              <a:buFont typeface="Arial"/>
              <a:buNone/>
              <a:defRPr sz="1100" b="1" i="0" u="none" strike="noStrike" cap="none">
                <a:solidFill>
                  <a:srgbClr val="DDDDDD"/>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19" name="Google Shape;319;p52"/>
          <p:cNvSpPr txBox="1">
            <a:spLocks noGrp="1"/>
          </p:cNvSpPr>
          <p:nvPr>
            <p:ph type="body" idx="3"/>
          </p:nvPr>
        </p:nvSpPr>
        <p:spPr>
          <a:xfrm>
            <a:off x="991750" y="2716031"/>
            <a:ext cx="1149600" cy="1659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0" name="Google Shape;320;p52"/>
          <p:cNvSpPr txBox="1">
            <a:spLocks noGrp="1"/>
          </p:cNvSpPr>
          <p:nvPr>
            <p:ph type="body" idx="4"/>
          </p:nvPr>
        </p:nvSpPr>
        <p:spPr>
          <a:xfrm>
            <a:off x="2440487" y="2180741"/>
            <a:ext cx="740400" cy="2490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F6303E"/>
              </a:buClr>
              <a:buSzPts val="2000"/>
              <a:buFont typeface="Arial"/>
              <a:buNone/>
              <a:defRPr sz="2000" b="1" i="0" u="none" strike="noStrike" cap="none">
                <a:solidFill>
                  <a:srgbClr val="F6303E"/>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1" name="Google Shape;321;p52"/>
          <p:cNvSpPr txBox="1">
            <a:spLocks noGrp="1"/>
          </p:cNvSpPr>
          <p:nvPr>
            <p:ph type="body" idx="5"/>
          </p:nvPr>
        </p:nvSpPr>
        <p:spPr>
          <a:xfrm>
            <a:off x="2440487" y="2490781"/>
            <a:ext cx="1324800" cy="1659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F6303E"/>
              </a:buClr>
              <a:buSzPts val="1100"/>
              <a:buFont typeface="Arial"/>
              <a:buNone/>
              <a:defRPr sz="1100" b="1" i="0" u="none" strike="noStrike" cap="none">
                <a:solidFill>
                  <a:srgbClr val="F6303E"/>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2" name="Google Shape;322;p52"/>
          <p:cNvSpPr txBox="1">
            <a:spLocks noGrp="1"/>
          </p:cNvSpPr>
          <p:nvPr>
            <p:ph type="body" idx="6"/>
          </p:nvPr>
        </p:nvSpPr>
        <p:spPr>
          <a:xfrm>
            <a:off x="2440487" y="2716031"/>
            <a:ext cx="1149600" cy="1659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3" name="Google Shape;323;p52"/>
          <p:cNvSpPr txBox="1">
            <a:spLocks noGrp="1"/>
          </p:cNvSpPr>
          <p:nvPr>
            <p:ph type="body" idx="7"/>
          </p:nvPr>
        </p:nvSpPr>
        <p:spPr>
          <a:xfrm>
            <a:off x="3892297" y="2180741"/>
            <a:ext cx="740400" cy="2490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chemeClr val="dk1"/>
              </a:buClr>
              <a:buSzPts val="2000"/>
              <a:buFont typeface="Arial"/>
              <a:buNone/>
              <a:defRPr sz="2000" b="1"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4" name="Google Shape;324;p52"/>
          <p:cNvSpPr txBox="1">
            <a:spLocks noGrp="1"/>
          </p:cNvSpPr>
          <p:nvPr>
            <p:ph type="body" idx="8"/>
          </p:nvPr>
        </p:nvSpPr>
        <p:spPr>
          <a:xfrm>
            <a:off x="3892297" y="2490781"/>
            <a:ext cx="1324800" cy="1659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chemeClr val="dk1"/>
              </a:buClr>
              <a:buSzPts val="1100"/>
              <a:buFont typeface="Arial"/>
              <a:buNone/>
              <a:defRPr sz="1100" b="1"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5" name="Google Shape;325;p52"/>
          <p:cNvSpPr txBox="1">
            <a:spLocks noGrp="1"/>
          </p:cNvSpPr>
          <p:nvPr>
            <p:ph type="body" idx="9"/>
          </p:nvPr>
        </p:nvSpPr>
        <p:spPr>
          <a:xfrm>
            <a:off x="3892297" y="2716031"/>
            <a:ext cx="1149600" cy="1659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6" name="Google Shape;326;p52"/>
          <p:cNvSpPr txBox="1">
            <a:spLocks noGrp="1"/>
          </p:cNvSpPr>
          <p:nvPr>
            <p:ph type="body" idx="13"/>
          </p:nvPr>
        </p:nvSpPr>
        <p:spPr>
          <a:xfrm>
            <a:off x="5326899" y="2180741"/>
            <a:ext cx="740400" cy="2490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CCCCCC"/>
              </a:buClr>
              <a:buSzPts val="2000"/>
              <a:buFont typeface="Arial"/>
              <a:buNone/>
              <a:defRPr sz="2000" b="1" i="0" u="none" strike="noStrike" cap="none">
                <a:solidFill>
                  <a:srgbClr val="CCCCCC"/>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7" name="Google Shape;327;p52"/>
          <p:cNvSpPr txBox="1">
            <a:spLocks noGrp="1"/>
          </p:cNvSpPr>
          <p:nvPr>
            <p:ph type="body" idx="14"/>
          </p:nvPr>
        </p:nvSpPr>
        <p:spPr>
          <a:xfrm>
            <a:off x="5326899" y="2490781"/>
            <a:ext cx="1324800" cy="1659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CCCCCC"/>
              </a:buClr>
              <a:buSzPts val="1100"/>
              <a:buFont typeface="Arial"/>
              <a:buNone/>
              <a:defRPr sz="1100" b="1" i="0" u="none" strike="noStrike" cap="none">
                <a:solidFill>
                  <a:srgbClr val="CCCCCC"/>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8" name="Google Shape;328;p52"/>
          <p:cNvSpPr txBox="1">
            <a:spLocks noGrp="1"/>
          </p:cNvSpPr>
          <p:nvPr>
            <p:ph type="body" idx="15"/>
          </p:nvPr>
        </p:nvSpPr>
        <p:spPr>
          <a:xfrm>
            <a:off x="5326899" y="2716031"/>
            <a:ext cx="1149600" cy="1659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29" name="Google Shape;329;p52"/>
          <p:cNvSpPr txBox="1">
            <a:spLocks noGrp="1"/>
          </p:cNvSpPr>
          <p:nvPr>
            <p:ph type="body" idx="16"/>
          </p:nvPr>
        </p:nvSpPr>
        <p:spPr>
          <a:xfrm>
            <a:off x="6735161" y="2180741"/>
            <a:ext cx="740400" cy="2490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F6303E"/>
              </a:buClr>
              <a:buSzPts val="2000"/>
              <a:buFont typeface="Arial"/>
              <a:buNone/>
              <a:defRPr sz="2000" b="1" i="0" u="none" strike="noStrike" cap="none">
                <a:solidFill>
                  <a:srgbClr val="F6303E"/>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30" name="Google Shape;330;p52"/>
          <p:cNvSpPr txBox="1">
            <a:spLocks noGrp="1"/>
          </p:cNvSpPr>
          <p:nvPr>
            <p:ph type="body" idx="17"/>
          </p:nvPr>
        </p:nvSpPr>
        <p:spPr>
          <a:xfrm>
            <a:off x="6735161" y="2490781"/>
            <a:ext cx="1324800" cy="1659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F6303E"/>
              </a:buClr>
              <a:buSzPts val="1100"/>
              <a:buFont typeface="Arial"/>
              <a:buNone/>
              <a:defRPr sz="1100" b="1" i="0" u="none" strike="noStrike" cap="none">
                <a:solidFill>
                  <a:srgbClr val="F6303E"/>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31" name="Google Shape;331;p52"/>
          <p:cNvSpPr txBox="1">
            <a:spLocks noGrp="1"/>
          </p:cNvSpPr>
          <p:nvPr>
            <p:ph type="body" idx="18"/>
          </p:nvPr>
        </p:nvSpPr>
        <p:spPr>
          <a:xfrm>
            <a:off x="6735161" y="2716031"/>
            <a:ext cx="1149600" cy="1659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32" name="Google Shape;332;p52"/>
          <p:cNvSpPr txBox="1">
            <a:spLocks noGrp="1"/>
          </p:cNvSpPr>
          <p:nvPr>
            <p:ph type="body" idx="19"/>
          </p:nvPr>
        </p:nvSpPr>
        <p:spPr>
          <a:xfrm>
            <a:off x="904066" y="3965989"/>
            <a:ext cx="1324800" cy="3498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DDDDDD"/>
              </a:buClr>
              <a:buSzPts val="1600"/>
              <a:buFont typeface="Arial"/>
              <a:buNone/>
              <a:defRPr sz="1600" b="1" i="0" u="none" strike="noStrike" cap="none">
                <a:solidFill>
                  <a:srgbClr val="DDDDDD"/>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33" name="Google Shape;333;p52"/>
          <p:cNvSpPr txBox="1">
            <a:spLocks noGrp="1"/>
          </p:cNvSpPr>
          <p:nvPr>
            <p:ph type="body" idx="20"/>
          </p:nvPr>
        </p:nvSpPr>
        <p:spPr>
          <a:xfrm>
            <a:off x="2352802" y="3965989"/>
            <a:ext cx="1353000" cy="3498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F6303E"/>
              </a:buClr>
              <a:buSzPts val="1600"/>
              <a:buFont typeface="Arial"/>
              <a:buNone/>
              <a:defRPr sz="1600" b="1" i="0" u="none" strike="noStrike" cap="none">
                <a:solidFill>
                  <a:srgbClr val="F6303E"/>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34" name="Google Shape;334;p52"/>
          <p:cNvSpPr txBox="1">
            <a:spLocks noGrp="1"/>
          </p:cNvSpPr>
          <p:nvPr>
            <p:ph type="body" idx="21"/>
          </p:nvPr>
        </p:nvSpPr>
        <p:spPr>
          <a:xfrm>
            <a:off x="3829621" y="3965988"/>
            <a:ext cx="1353000" cy="3498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chemeClr val="dk1"/>
              </a:buClr>
              <a:buSzPts val="1600"/>
              <a:buFont typeface="Arial"/>
              <a:buNone/>
              <a:defRPr sz="1600" b="1"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35" name="Google Shape;335;p52"/>
          <p:cNvSpPr txBox="1">
            <a:spLocks noGrp="1"/>
          </p:cNvSpPr>
          <p:nvPr>
            <p:ph type="body" idx="22"/>
          </p:nvPr>
        </p:nvSpPr>
        <p:spPr>
          <a:xfrm>
            <a:off x="5306440" y="3965988"/>
            <a:ext cx="1324800" cy="3498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DDDDDD"/>
              </a:buClr>
              <a:buSzPts val="1600"/>
              <a:buFont typeface="Arial"/>
              <a:buNone/>
              <a:defRPr sz="1600" b="1" i="0" u="none" strike="noStrike" cap="none">
                <a:solidFill>
                  <a:srgbClr val="DDDDDD"/>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36" name="Google Shape;336;p52"/>
          <p:cNvSpPr txBox="1">
            <a:spLocks noGrp="1"/>
          </p:cNvSpPr>
          <p:nvPr>
            <p:ph type="body" idx="23"/>
          </p:nvPr>
        </p:nvSpPr>
        <p:spPr>
          <a:xfrm>
            <a:off x="6755176" y="3965987"/>
            <a:ext cx="1353000" cy="349800"/>
          </a:xfrm>
          <a:prstGeom prst="rect">
            <a:avLst/>
          </a:prstGeom>
          <a:noFill/>
          <a:ln>
            <a:noFill/>
          </a:ln>
        </p:spPr>
        <p:txBody>
          <a:bodyPr spcFirstLastPara="1" wrap="square" lIns="91425" tIns="45700" rIns="91425" bIns="45700" anchor="ctr" anchorCtr="0">
            <a:noAutofit/>
          </a:bodyPr>
          <a:lstStyle>
            <a:lvl1pPr marL="457200" marR="0" lvl="0" indent="-228600" algn="l">
              <a:lnSpc>
                <a:spcPct val="90000"/>
              </a:lnSpc>
              <a:spcBef>
                <a:spcPts val="750"/>
              </a:spcBef>
              <a:spcAft>
                <a:spcPts val="0"/>
              </a:spcAft>
              <a:buClr>
                <a:srgbClr val="F6303E"/>
              </a:buClr>
              <a:buSzPts val="1600"/>
              <a:buFont typeface="Arial"/>
              <a:buNone/>
              <a:defRPr sz="1600" b="1" i="0" u="none" strike="noStrike" cap="none">
                <a:solidFill>
                  <a:srgbClr val="F6303E"/>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pic>
        <p:nvPicPr>
          <p:cNvPr id="337" name="Google Shape;337;p52"/>
          <p:cNvPicPr preferRelativeResize="0"/>
          <p:nvPr/>
        </p:nvPicPr>
        <p:blipFill rotWithShape="1">
          <a:blip r:embed="rId2">
            <a:alphaModFix/>
          </a:blip>
          <a:srcRect/>
          <a:stretch/>
        </p:blipFill>
        <p:spPr>
          <a:xfrm rot="10800000" flipH="1">
            <a:off x="632499" y="2973622"/>
            <a:ext cx="7691175" cy="66793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338"/>
        <p:cNvGrpSpPr/>
        <p:nvPr/>
      </p:nvGrpSpPr>
      <p:grpSpPr>
        <a:xfrm>
          <a:off x="0" y="0"/>
          <a:ext cx="0" cy="0"/>
          <a:chOff x="0" y="0"/>
          <a:chExt cx="0" cy="0"/>
        </a:xfrm>
      </p:grpSpPr>
      <p:sp>
        <p:nvSpPr>
          <p:cNvPr id="339" name="Google Shape;339;p53"/>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0" name="Google Shape;340;p53"/>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1" name="Google Shape;341;p53"/>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42" name="Google Shape;342;p53"/>
          <p:cNvPicPr preferRelativeResize="0"/>
          <p:nvPr/>
        </p:nvPicPr>
        <p:blipFill rotWithShape="1">
          <a:blip r:embed="rId2">
            <a:alphaModFix/>
          </a:blip>
          <a:srcRect/>
          <a:stretch/>
        </p:blipFill>
        <p:spPr>
          <a:xfrm>
            <a:off x="417869" y="988850"/>
            <a:ext cx="402337" cy="402337"/>
          </a:xfrm>
          <a:prstGeom prst="rect">
            <a:avLst/>
          </a:prstGeom>
          <a:noFill/>
          <a:ln>
            <a:noFill/>
          </a:ln>
        </p:spPr>
      </p:pic>
      <p:pic>
        <p:nvPicPr>
          <p:cNvPr id="343" name="Google Shape;343;p53"/>
          <p:cNvPicPr preferRelativeResize="0"/>
          <p:nvPr/>
        </p:nvPicPr>
        <p:blipFill rotWithShape="1">
          <a:blip r:embed="rId3">
            <a:alphaModFix/>
          </a:blip>
          <a:srcRect/>
          <a:stretch/>
        </p:blipFill>
        <p:spPr>
          <a:xfrm>
            <a:off x="417869" y="1469040"/>
            <a:ext cx="402337" cy="402337"/>
          </a:xfrm>
          <a:prstGeom prst="rect">
            <a:avLst/>
          </a:prstGeom>
          <a:noFill/>
          <a:ln>
            <a:noFill/>
          </a:ln>
        </p:spPr>
      </p:pic>
      <p:pic>
        <p:nvPicPr>
          <p:cNvPr id="344" name="Google Shape;344;p53"/>
          <p:cNvPicPr preferRelativeResize="0"/>
          <p:nvPr/>
        </p:nvPicPr>
        <p:blipFill rotWithShape="1">
          <a:blip r:embed="rId4">
            <a:alphaModFix/>
          </a:blip>
          <a:srcRect/>
          <a:stretch/>
        </p:blipFill>
        <p:spPr>
          <a:xfrm>
            <a:off x="417869" y="1948824"/>
            <a:ext cx="402337" cy="400051"/>
          </a:xfrm>
          <a:prstGeom prst="rect">
            <a:avLst/>
          </a:prstGeom>
          <a:noFill/>
          <a:ln>
            <a:noFill/>
          </a:ln>
        </p:spPr>
      </p:pic>
      <p:pic>
        <p:nvPicPr>
          <p:cNvPr id="345" name="Google Shape;345;p53"/>
          <p:cNvPicPr preferRelativeResize="0"/>
          <p:nvPr/>
        </p:nvPicPr>
        <p:blipFill rotWithShape="1">
          <a:blip r:embed="rId5">
            <a:alphaModFix/>
          </a:blip>
          <a:srcRect/>
          <a:stretch/>
        </p:blipFill>
        <p:spPr>
          <a:xfrm>
            <a:off x="417869" y="2427167"/>
            <a:ext cx="402337" cy="402337"/>
          </a:xfrm>
          <a:prstGeom prst="rect">
            <a:avLst/>
          </a:prstGeom>
          <a:noFill/>
          <a:ln>
            <a:noFill/>
          </a:ln>
        </p:spPr>
      </p:pic>
      <p:pic>
        <p:nvPicPr>
          <p:cNvPr id="346" name="Google Shape;346;p53"/>
          <p:cNvPicPr preferRelativeResize="0"/>
          <p:nvPr/>
        </p:nvPicPr>
        <p:blipFill rotWithShape="1">
          <a:blip r:embed="rId6">
            <a:alphaModFix/>
          </a:blip>
          <a:srcRect/>
          <a:stretch/>
        </p:blipFill>
        <p:spPr>
          <a:xfrm>
            <a:off x="417868" y="2907797"/>
            <a:ext cx="402337" cy="402337"/>
          </a:xfrm>
          <a:prstGeom prst="rect">
            <a:avLst/>
          </a:prstGeom>
          <a:noFill/>
          <a:ln>
            <a:noFill/>
          </a:ln>
        </p:spPr>
      </p:pic>
      <p:sp>
        <p:nvSpPr>
          <p:cNvPr id="347" name="Google Shape;347;p53"/>
          <p:cNvSpPr txBox="1">
            <a:spLocks noGrp="1"/>
          </p:cNvSpPr>
          <p:nvPr>
            <p:ph type="body" idx="1"/>
          </p:nvPr>
        </p:nvSpPr>
        <p:spPr>
          <a:xfrm>
            <a:off x="878243" y="1572506"/>
            <a:ext cx="2471700" cy="2037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48" name="Google Shape;348;p53"/>
          <p:cNvSpPr txBox="1">
            <a:spLocks noGrp="1"/>
          </p:cNvSpPr>
          <p:nvPr>
            <p:ph type="body" idx="2"/>
          </p:nvPr>
        </p:nvSpPr>
        <p:spPr>
          <a:xfrm>
            <a:off x="878243" y="1088140"/>
            <a:ext cx="2471700" cy="2037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49" name="Google Shape;349;p53"/>
          <p:cNvSpPr txBox="1">
            <a:spLocks noGrp="1"/>
          </p:cNvSpPr>
          <p:nvPr>
            <p:ph type="body" idx="3"/>
          </p:nvPr>
        </p:nvSpPr>
        <p:spPr>
          <a:xfrm>
            <a:off x="878243" y="2046971"/>
            <a:ext cx="2471700" cy="2037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50" name="Google Shape;350;p53"/>
          <p:cNvSpPr txBox="1">
            <a:spLocks noGrp="1"/>
          </p:cNvSpPr>
          <p:nvPr>
            <p:ph type="body" idx="4"/>
          </p:nvPr>
        </p:nvSpPr>
        <p:spPr>
          <a:xfrm>
            <a:off x="878243" y="2528954"/>
            <a:ext cx="2471700" cy="2037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51" name="Google Shape;351;p53"/>
          <p:cNvSpPr txBox="1">
            <a:spLocks noGrp="1"/>
          </p:cNvSpPr>
          <p:nvPr>
            <p:ph type="body" idx="5"/>
          </p:nvPr>
        </p:nvSpPr>
        <p:spPr>
          <a:xfrm>
            <a:off x="878243" y="3005394"/>
            <a:ext cx="2471700" cy="2037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52" name="Google Shape;352;p53"/>
          <p:cNvSpPr txBox="1">
            <a:spLocks noGrp="1"/>
          </p:cNvSpPr>
          <p:nvPr>
            <p:ph type="body" idx="6"/>
          </p:nvPr>
        </p:nvSpPr>
        <p:spPr>
          <a:xfrm>
            <a:off x="4359486" y="1572507"/>
            <a:ext cx="2413500" cy="2319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53" name="Google Shape;353;p53"/>
          <p:cNvSpPr txBox="1">
            <a:spLocks noGrp="1"/>
          </p:cNvSpPr>
          <p:nvPr>
            <p:ph type="body" idx="7"/>
          </p:nvPr>
        </p:nvSpPr>
        <p:spPr>
          <a:xfrm>
            <a:off x="4359486" y="1088140"/>
            <a:ext cx="2413500" cy="2418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54" name="Google Shape;354;p53"/>
          <p:cNvSpPr txBox="1">
            <a:spLocks noGrp="1"/>
          </p:cNvSpPr>
          <p:nvPr>
            <p:ph type="body" idx="8"/>
          </p:nvPr>
        </p:nvSpPr>
        <p:spPr>
          <a:xfrm>
            <a:off x="4359486" y="2046971"/>
            <a:ext cx="2413500" cy="2037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55" name="Google Shape;355;p53"/>
          <p:cNvSpPr txBox="1">
            <a:spLocks noGrp="1"/>
          </p:cNvSpPr>
          <p:nvPr>
            <p:ph type="body" idx="9"/>
          </p:nvPr>
        </p:nvSpPr>
        <p:spPr>
          <a:xfrm>
            <a:off x="4359486" y="2528954"/>
            <a:ext cx="2413500" cy="2037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56" name="Google Shape;356;p53"/>
          <p:cNvSpPr txBox="1">
            <a:spLocks noGrp="1"/>
          </p:cNvSpPr>
          <p:nvPr>
            <p:ph type="body" idx="13"/>
          </p:nvPr>
        </p:nvSpPr>
        <p:spPr>
          <a:xfrm>
            <a:off x="4359486" y="3005394"/>
            <a:ext cx="2413500" cy="2037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750"/>
              </a:spcBef>
              <a:spcAft>
                <a:spcPts val="0"/>
              </a:spcAft>
              <a:buClr>
                <a:schemeClr val="dk1"/>
              </a:buClr>
              <a:buSzPts val="1000"/>
              <a:buFont typeface="Arial"/>
              <a:buNone/>
              <a:defRPr sz="1000" b="0" i="0" u="none" strike="noStrike" cap="none">
                <a:solidFill>
                  <a:schemeClr val="dk1"/>
                </a:solidFill>
                <a:latin typeface="Proxima Nova"/>
                <a:ea typeface="Proxima Nova"/>
                <a:cs typeface="Proxima Nova"/>
                <a:sym typeface="Proxima Nova"/>
              </a:defRPr>
            </a:lvl1pPr>
            <a:lvl2pPr marL="914400" marR="0" lvl="1" indent="-342900" algn="l">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pic>
        <p:nvPicPr>
          <p:cNvPr id="357" name="Google Shape;357;p53"/>
          <p:cNvPicPr preferRelativeResize="0"/>
          <p:nvPr/>
        </p:nvPicPr>
        <p:blipFill rotWithShape="1">
          <a:blip r:embed="rId2">
            <a:alphaModFix/>
          </a:blip>
          <a:srcRect/>
          <a:stretch/>
        </p:blipFill>
        <p:spPr>
          <a:xfrm>
            <a:off x="420427" y="997235"/>
            <a:ext cx="402337" cy="402337"/>
          </a:xfrm>
          <a:prstGeom prst="rect">
            <a:avLst/>
          </a:prstGeom>
          <a:noFill/>
          <a:ln>
            <a:noFill/>
          </a:ln>
        </p:spPr>
      </p:pic>
      <p:pic>
        <p:nvPicPr>
          <p:cNvPr id="358" name="Google Shape;358;p53"/>
          <p:cNvPicPr preferRelativeResize="0"/>
          <p:nvPr/>
        </p:nvPicPr>
        <p:blipFill rotWithShape="1">
          <a:blip r:embed="rId3">
            <a:alphaModFix/>
          </a:blip>
          <a:srcRect/>
          <a:stretch/>
        </p:blipFill>
        <p:spPr>
          <a:xfrm>
            <a:off x="420427" y="1477425"/>
            <a:ext cx="402337" cy="402337"/>
          </a:xfrm>
          <a:prstGeom prst="rect">
            <a:avLst/>
          </a:prstGeom>
          <a:noFill/>
          <a:ln>
            <a:noFill/>
          </a:ln>
        </p:spPr>
      </p:pic>
      <p:pic>
        <p:nvPicPr>
          <p:cNvPr id="359" name="Google Shape;359;p53"/>
          <p:cNvPicPr preferRelativeResize="0"/>
          <p:nvPr/>
        </p:nvPicPr>
        <p:blipFill rotWithShape="1">
          <a:blip r:embed="rId4">
            <a:alphaModFix/>
          </a:blip>
          <a:srcRect/>
          <a:stretch/>
        </p:blipFill>
        <p:spPr>
          <a:xfrm>
            <a:off x="420427" y="1957209"/>
            <a:ext cx="402337" cy="400051"/>
          </a:xfrm>
          <a:prstGeom prst="rect">
            <a:avLst/>
          </a:prstGeom>
          <a:noFill/>
          <a:ln>
            <a:noFill/>
          </a:ln>
        </p:spPr>
      </p:pic>
      <p:pic>
        <p:nvPicPr>
          <p:cNvPr id="360" name="Google Shape;360;p53"/>
          <p:cNvPicPr preferRelativeResize="0"/>
          <p:nvPr/>
        </p:nvPicPr>
        <p:blipFill rotWithShape="1">
          <a:blip r:embed="rId5">
            <a:alphaModFix/>
          </a:blip>
          <a:srcRect/>
          <a:stretch/>
        </p:blipFill>
        <p:spPr>
          <a:xfrm>
            <a:off x="420427" y="2435552"/>
            <a:ext cx="402337" cy="402337"/>
          </a:xfrm>
          <a:prstGeom prst="rect">
            <a:avLst/>
          </a:prstGeom>
          <a:noFill/>
          <a:ln>
            <a:noFill/>
          </a:ln>
        </p:spPr>
      </p:pic>
      <p:pic>
        <p:nvPicPr>
          <p:cNvPr id="361" name="Google Shape;361;p53"/>
          <p:cNvPicPr preferRelativeResize="0"/>
          <p:nvPr/>
        </p:nvPicPr>
        <p:blipFill rotWithShape="1">
          <a:blip r:embed="rId6">
            <a:alphaModFix/>
          </a:blip>
          <a:srcRect/>
          <a:stretch/>
        </p:blipFill>
        <p:spPr>
          <a:xfrm>
            <a:off x="420426" y="2916182"/>
            <a:ext cx="402337" cy="402337"/>
          </a:xfrm>
          <a:prstGeom prst="rect">
            <a:avLst/>
          </a:prstGeom>
          <a:noFill/>
          <a:ln>
            <a:noFill/>
          </a:ln>
        </p:spPr>
      </p:pic>
      <p:pic>
        <p:nvPicPr>
          <p:cNvPr id="362" name="Google Shape;362;p53"/>
          <p:cNvPicPr preferRelativeResize="0"/>
          <p:nvPr/>
        </p:nvPicPr>
        <p:blipFill rotWithShape="1">
          <a:blip r:embed="rId7">
            <a:alphaModFix/>
          </a:blip>
          <a:srcRect/>
          <a:stretch/>
        </p:blipFill>
        <p:spPr>
          <a:xfrm>
            <a:off x="3874155" y="997235"/>
            <a:ext cx="402337" cy="402337"/>
          </a:xfrm>
          <a:prstGeom prst="rect">
            <a:avLst/>
          </a:prstGeom>
          <a:noFill/>
          <a:ln>
            <a:noFill/>
          </a:ln>
        </p:spPr>
      </p:pic>
      <p:pic>
        <p:nvPicPr>
          <p:cNvPr id="363" name="Google Shape;363;p53"/>
          <p:cNvPicPr preferRelativeResize="0"/>
          <p:nvPr/>
        </p:nvPicPr>
        <p:blipFill rotWithShape="1">
          <a:blip r:embed="rId8">
            <a:alphaModFix/>
          </a:blip>
          <a:srcRect/>
          <a:stretch/>
        </p:blipFill>
        <p:spPr>
          <a:xfrm>
            <a:off x="3874154" y="1477425"/>
            <a:ext cx="402337" cy="402337"/>
          </a:xfrm>
          <a:prstGeom prst="rect">
            <a:avLst/>
          </a:prstGeom>
          <a:noFill/>
          <a:ln>
            <a:noFill/>
          </a:ln>
        </p:spPr>
      </p:pic>
      <p:pic>
        <p:nvPicPr>
          <p:cNvPr id="364" name="Google Shape;364;p53"/>
          <p:cNvPicPr preferRelativeResize="0"/>
          <p:nvPr/>
        </p:nvPicPr>
        <p:blipFill rotWithShape="1">
          <a:blip r:embed="rId9">
            <a:alphaModFix/>
          </a:blip>
          <a:srcRect/>
          <a:stretch/>
        </p:blipFill>
        <p:spPr>
          <a:xfrm>
            <a:off x="3874153" y="1957209"/>
            <a:ext cx="402337" cy="400051"/>
          </a:xfrm>
          <a:prstGeom prst="rect">
            <a:avLst/>
          </a:prstGeom>
          <a:noFill/>
          <a:ln>
            <a:noFill/>
          </a:ln>
        </p:spPr>
      </p:pic>
      <p:pic>
        <p:nvPicPr>
          <p:cNvPr id="365" name="Google Shape;365;p53"/>
          <p:cNvPicPr preferRelativeResize="0"/>
          <p:nvPr/>
        </p:nvPicPr>
        <p:blipFill rotWithShape="1">
          <a:blip r:embed="rId10">
            <a:alphaModFix/>
          </a:blip>
          <a:srcRect/>
          <a:stretch/>
        </p:blipFill>
        <p:spPr>
          <a:xfrm>
            <a:off x="3874153" y="2434706"/>
            <a:ext cx="402337" cy="402337"/>
          </a:xfrm>
          <a:prstGeom prst="rect">
            <a:avLst/>
          </a:prstGeom>
          <a:noFill/>
          <a:ln>
            <a:noFill/>
          </a:ln>
        </p:spPr>
      </p:pic>
      <p:pic>
        <p:nvPicPr>
          <p:cNvPr id="366" name="Google Shape;366;p53"/>
          <p:cNvPicPr preferRelativeResize="0"/>
          <p:nvPr/>
        </p:nvPicPr>
        <p:blipFill rotWithShape="1">
          <a:blip r:embed="rId11">
            <a:alphaModFix/>
          </a:blip>
          <a:srcRect/>
          <a:stretch/>
        </p:blipFill>
        <p:spPr>
          <a:xfrm>
            <a:off x="3874153" y="2914489"/>
            <a:ext cx="402337" cy="40233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67"/>
        <p:cNvGrpSpPr/>
        <p:nvPr/>
      </p:nvGrpSpPr>
      <p:grpSpPr>
        <a:xfrm>
          <a:off x="0" y="0"/>
          <a:ext cx="0" cy="0"/>
          <a:chOff x="0" y="0"/>
          <a:chExt cx="0" cy="0"/>
        </a:xfrm>
      </p:grpSpPr>
      <p:sp>
        <p:nvSpPr>
          <p:cNvPr id="368" name="Google Shape;368;p54"/>
          <p:cNvSpPr txBox="1">
            <a:spLocks noGrp="1"/>
          </p:cNvSpPr>
          <p:nvPr>
            <p:ph type="title"/>
          </p:nvPr>
        </p:nvSpPr>
        <p:spPr>
          <a:xfrm>
            <a:off x="630238" y="342900"/>
            <a:ext cx="2949600" cy="12003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9" name="Google Shape;369;p54"/>
          <p:cNvSpPr txBox="1">
            <a:spLocks noGrp="1"/>
          </p:cNvSpPr>
          <p:nvPr>
            <p:ph type="body" idx="1"/>
          </p:nvPr>
        </p:nvSpPr>
        <p:spPr>
          <a:xfrm>
            <a:off x="3887788" y="741363"/>
            <a:ext cx="4629300" cy="36543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370" name="Google Shape;370;p54"/>
          <p:cNvSpPr txBox="1">
            <a:spLocks noGrp="1"/>
          </p:cNvSpPr>
          <p:nvPr>
            <p:ph type="body" idx="2"/>
          </p:nvPr>
        </p:nvSpPr>
        <p:spPr>
          <a:xfrm>
            <a:off x="630238" y="1543050"/>
            <a:ext cx="2949600" cy="2859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71" name="Google Shape;371;p54"/>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2" name="Google Shape;372;p54"/>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3" name="Google Shape;373;p54"/>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74"/>
        <p:cNvGrpSpPr/>
        <p:nvPr/>
      </p:nvGrpSpPr>
      <p:grpSpPr>
        <a:xfrm>
          <a:off x="0" y="0"/>
          <a:ext cx="0" cy="0"/>
          <a:chOff x="0" y="0"/>
          <a:chExt cx="0" cy="0"/>
        </a:xfrm>
      </p:grpSpPr>
      <p:sp>
        <p:nvSpPr>
          <p:cNvPr id="375" name="Google Shape;375;p55"/>
          <p:cNvSpPr txBox="1">
            <a:spLocks noGrp="1"/>
          </p:cNvSpPr>
          <p:nvPr>
            <p:ph type="title"/>
          </p:nvPr>
        </p:nvSpPr>
        <p:spPr>
          <a:xfrm>
            <a:off x="630238" y="342900"/>
            <a:ext cx="2949600" cy="12003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6" name="Google Shape;376;p55"/>
          <p:cNvSpPr>
            <a:spLocks noGrp="1"/>
          </p:cNvSpPr>
          <p:nvPr>
            <p:ph type="pic" idx="2"/>
          </p:nvPr>
        </p:nvSpPr>
        <p:spPr>
          <a:xfrm>
            <a:off x="3887788" y="741363"/>
            <a:ext cx="4629300" cy="3654300"/>
          </a:xfrm>
          <a:prstGeom prst="rect">
            <a:avLst/>
          </a:prstGeom>
          <a:noFill/>
          <a:ln>
            <a:noFill/>
          </a:ln>
        </p:spPr>
      </p:sp>
      <p:sp>
        <p:nvSpPr>
          <p:cNvPr id="377" name="Google Shape;377;p55"/>
          <p:cNvSpPr txBox="1">
            <a:spLocks noGrp="1"/>
          </p:cNvSpPr>
          <p:nvPr>
            <p:ph type="body" idx="1"/>
          </p:nvPr>
        </p:nvSpPr>
        <p:spPr>
          <a:xfrm>
            <a:off x="630238" y="1543050"/>
            <a:ext cx="2949600" cy="2859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78" name="Google Shape;378;p55"/>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9" name="Google Shape;379;p55"/>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0" name="Google Shape;380;p55"/>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81"/>
        <p:cNvGrpSpPr/>
        <p:nvPr/>
      </p:nvGrpSpPr>
      <p:grpSpPr>
        <a:xfrm>
          <a:off x="0" y="0"/>
          <a:ext cx="0" cy="0"/>
          <a:chOff x="0" y="0"/>
          <a:chExt cx="0" cy="0"/>
        </a:xfrm>
      </p:grpSpPr>
      <p:sp>
        <p:nvSpPr>
          <p:cNvPr id="382" name="Google Shape;382;p56"/>
          <p:cNvSpPr txBox="1">
            <a:spLocks noGrp="1"/>
          </p:cNvSpPr>
          <p:nvPr>
            <p:ph type="title"/>
          </p:nvPr>
        </p:nvSpPr>
        <p:spPr>
          <a:xfrm>
            <a:off x="628650" y="274638"/>
            <a:ext cx="7886700" cy="993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3" name="Google Shape;383;p56"/>
          <p:cNvSpPr txBox="1">
            <a:spLocks noGrp="1"/>
          </p:cNvSpPr>
          <p:nvPr>
            <p:ph type="body" idx="1"/>
          </p:nvPr>
        </p:nvSpPr>
        <p:spPr>
          <a:xfrm rot="5400000">
            <a:off x="2940900" y="-942237"/>
            <a:ext cx="3262200"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4" name="Google Shape;384;p56"/>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5" name="Google Shape;385;p56"/>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6" name="Google Shape;386;p56"/>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87"/>
        <p:cNvGrpSpPr/>
        <p:nvPr/>
      </p:nvGrpSpPr>
      <p:grpSpPr>
        <a:xfrm>
          <a:off x="0" y="0"/>
          <a:ext cx="0" cy="0"/>
          <a:chOff x="0" y="0"/>
          <a:chExt cx="0" cy="0"/>
        </a:xfrm>
      </p:grpSpPr>
      <p:sp>
        <p:nvSpPr>
          <p:cNvPr id="388" name="Google Shape;388;p57"/>
          <p:cNvSpPr txBox="1">
            <a:spLocks noGrp="1"/>
          </p:cNvSpPr>
          <p:nvPr>
            <p:ph type="title"/>
          </p:nvPr>
        </p:nvSpPr>
        <p:spPr>
          <a:xfrm rot="5400000">
            <a:off x="5350650" y="1467738"/>
            <a:ext cx="4357800" cy="1971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9" name="Google Shape;389;p57"/>
          <p:cNvSpPr txBox="1">
            <a:spLocks noGrp="1"/>
          </p:cNvSpPr>
          <p:nvPr>
            <p:ph type="body" idx="1"/>
          </p:nvPr>
        </p:nvSpPr>
        <p:spPr>
          <a:xfrm rot="5400000">
            <a:off x="1331025" y="-427812"/>
            <a:ext cx="4357800" cy="5762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0" name="Google Shape;390;p57"/>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1" name="Google Shape;391;p57"/>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2" name="Google Shape;392;p57"/>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3"/>
        <p:cNvGrpSpPr/>
        <p:nvPr/>
      </p:nvGrpSpPr>
      <p:grpSpPr>
        <a:xfrm>
          <a:off x="0" y="0"/>
          <a:ext cx="0" cy="0"/>
          <a:chOff x="0" y="0"/>
          <a:chExt cx="0" cy="0"/>
        </a:xfrm>
      </p:grpSpPr>
      <p:sp>
        <p:nvSpPr>
          <p:cNvPr id="394" name="Google Shape;394;p58"/>
          <p:cNvSpPr txBox="1">
            <a:spLocks noGrp="1"/>
          </p:cNvSpPr>
          <p:nvPr>
            <p:ph type="title"/>
          </p:nvPr>
        </p:nvSpPr>
        <p:spPr>
          <a:xfrm>
            <a:off x="628650" y="274638"/>
            <a:ext cx="7886700" cy="993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5" name="Google Shape;395;p58"/>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6" name="Google Shape;396;p58"/>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7" name="Google Shape;397;p58"/>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5"/>
        <p:cNvGrpSpPr/>
        <p:nvPr/>
      </p:nvGrpSpPr>
      <p:grpSpPr>
        <a:xfrm>
          <a:off x="0" y="0"/>
          <a:ext cx="0" cy="0"/>
          <a:chOff x="0" y="0"/>
          <a:chExt cx="0" cy="0"/>
        </a:xfrm>
      </p:grpSpPr>
      <p:sp>
        <p:nvSpPr>
          <p:cNvPr id="256" name="Google Shape;256;p17"/>
          <p:cNvSpPr txBox="1">
            <a:spLocks noGrp="1"/>
          </p:cNvSpPr>
          <p:nvPr>
            <p:ph type="title"/>
          </p:nvPr>
        </p:nvSpPr>
        <p:spPr>
          <a:xfrm>
            <a:off x="628650" y="274638"/>
            <a:ext cx="7886700" cy="9939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57" name="Google Shape;257;p17"/>
          <p:cNvSpPr txBox="1">
            <a:spLocks noGrp="1"/>
          </p:cNvSpPr>
          <p:nvPr>
            <p:ph type="body" idx="1"/>
          </p:nvPr>
        </p:nvSpPr>
        <p:spPr>
          <a:xfrm>
            <a:off x="628650" y="1370013"/>
            <a:ext cx="7886700" cy="3262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8" name="Google Shape;258;p17"/>
          <p:cNvSpPr txBox="1">
            <a:spLocks noGrp="1"/>
          </p:cNvSpPr>
          <p:nvPr>
            <p:ph type="dt" idx="10"/>
          </p:nvPr>
        </p:nvSpPr>
        <p:spPr>
          <a:xfrm>
            <a:off x="628650" y="4767263"/>
            <a:ext cx="2057400" cy="2745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FF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59" name="Google Shape;259;p17"/>
          <p:cNvSpPr txBox="1">
            <a:spLocks noGrp="1"/>
          </p:cNvSpPr>
          <p:nvPr>
            <p:ph type="ftr" idx="11"/>
          </p:nvPr>
        </p:nvSpPr>
        <p:spPr>
          <a:xfrm>
            <a:off x="3028950" y="4767263"/>
            <a:ext cx="3086100" cy="2745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60" name="Google Shape;260;p17"/>
          <p:cNvSpPr txBox="1">
            <a:spLocks noGrp="1"/>
          </p:cNvSpPr>
          <p:nvPr>
            <p:ph type="sldNum" idx="12"/>
          </p:nvPr>
        </p:nvSpPr>
        <p:spPr>
          <a:xfrm>
            <a:off x="6457950" y="4767263"/>
            <a:ext cx="2057400" cy="2745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61" name="Google Shape;261;p17"/>
          <p:cNvSpPr/>
          <p:nvPr/>
        </p:nvSpPr>
        <p:spPr>
          <a:xfrm>
            <a:off x="0" y="0"/>
            <a:ext cx="9144000" cy="636900"/>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15"/>
              <a:buFont typeface="Arial"/>
              <a:buNone/>
            </a:pPr>
            <a:endParaRPr sz="1014" b="0" i="0" u="none" strike="noStrike" cap="none">
              <a:solidFill>
                <a:schemeClr val="lt1"/>
              </a:solidFill>
              <a:latin typeface="Calibri"/>
              <a:ea typeface="Calibri"/>
              <a:cs typeface="Calibri"/>
              <a:sym typeface="Calibri"/>
            </a:endParaRPr>
          </a:p>
        </p:txBody>
      </p:sp>
      <p:pic>
        <p:nvPicPr>
          <p:cNvPr id="262" name="Google Shape;262;p17"/>
          <p:cNvPicPr preferRelativeResize="0"/>
          <p:nvPr/>
        </p:nvPicPr>
        <p:blipFill rotWithShape="1">
          <a:blip r:embed="rId16">
            <a:alphaModFix/>
          </a:blip>
          <a:srcRect/>
          <a:stretch/>
        </p:blipFill>
        <p:spPr>
          <a:xfrm>
            <a:off x="7758218" y="0"/>
            <a:ext cx="1385782" cy="6369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88"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Lst>
  <p:transition spd="med">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spark.apache.org/downloads.html"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data-flair.training/blogs/directed-acyclic-graph-dag-in-apache-spark/"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g26ddd9e2278_0_14"/>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24" name="Google Shape;424;g26ddd9e2278_0_14"/>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Spark Overview</a:t>
            </a:r>
            <a:endParaRPr sz="2400">
              <a:solidFill>
                <a:srgbClr val="FFFFFF"/>
              </a:solidFill>
            </a:endParaRPr>
          </a:p>
        </p:txBody>
      </p:sp>
      <p:sp>
        <p:nvSpPr>
          <p:cNvPr id="425" name="Google Shape;425;g26ddd9e2278_0_14"/>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 sz="2000">
                <a:solidFill>
                  <a:schemeClr val="dk1"/>
                </a:solidFill>
                <a:highlight>
                  <a:srgbClr val="FFFFFF"/>
                </a:highlight>
              </a:rPr>
              <a:t>Apache Spark is an open-source distributed general-purpose cluster computing framework. Spark provides high-level APIs in Java, Scala, Python, and R, and an optimized engine that supports general execution graphs. It also supports a rich set of higher-level tools including Spark SQL for SQL and structured data processing, MLlib for machine learning, GraphX for graph processing, and Spark Streaming for stream processing.</a:t>
            </a:r>
            <a:endParaRPr sz="2000">
              <a:solidFill>
                <a:schemeClr val="dk1"/>
              </a:solidFill>
              <a:highlight>
                <a:srgbClr val="FFFFFF"/>
              </a:highlight>
            </a:endParaRPr>
          </a:p>
          <a:p>
            <a:pPr marL="0" marR="0" lvl="0" indent="0" algn="l" rtl="0">
              <a:lnSpc>
                <a:spcPct val="115000"/>
              </a:lnSpc>
              <a:spcBef>
                <a:spcPts val="0"/>
              </a:spcBef>
              <a:spcAft>
                <a:spcPts val="0"/>
              </a:spcAft>
              <a:buClr>
                <a:schemeClr val="dk1"/>
              </a:buClr>
              <a:buSzPts val="1100"/>
              <a:buFont typeface="Arial"/>
              <a:buNone/>
            </a:pPr>
            <a:endParaRPr sz="2000">
              <a:solidFill>
                <a:schemeClr val="dk1"/>
              </a:solidFill>
              <a:highlight>
                <a:srgbClr val="FFFFFF"/>
              </a:highlight>
            </a:endParaRPr>
          </a:p>
          <a:p>
            <a:pPr marL="0" marR="0" lvl="0" indent="0" algn="l" rtl="0">
              <a:lnSpc>
                <a:spcPct val="115000"/>
              </a:lnSpc>
              <a:spcBef>
                <a:spcPts val="0"/>
              </a:spcBef>
              <a:spcAft>
                <a:spcPts val="0"/>
              </a:spcAft>
              <a:buClr>
                <a:schemeClr val="dk1"/>
              </a:buClr>
              <a:buSzPts val="1100"/>
              <a:buFont typeface="Arial"/>
              <a:buNone/>
            </a:pPr>
            <a:r>
              <a:rPr lang="en" sz="2000">
                <a:solidFill>
                  <a:schemeClr val="dk1"/>
                </a:solidFill>
                <a:highlight>
                  <a:srgbClr val="FFFFFF"/>
                </a:highlight>
              </a:rPr>
              <a:t>Spark is designed to be fast and scalable. It can run on a single machine or on a cluster of machines. Spark is used by a wide variety of organizations, including Netflix, Airbnb, and Yahoo.</a:t>
            </a:r>
            <a:endParaRPr sz="2000">
              <a:solidFill>
                <a:schemeClr val="dk1"/>
              </a:solidFill>
              <a:highlight>
                <a:srgbClr val="FFFFFF"/>
              </a:highlight>
            </a:endParaRPr>
          </a:p>
          <a:p>
            <a:pPr marL="0" marR="0" lvl="0" indent="0" algn="l" rtl="0">
              <a:lnSpc>
                <a:spcPct val="115000"/>
              </a:lnSpc>
              <a:spcBef>
                <a:spcPts val="0"/>
              </a:spcBef>
              <a:spcAft>
                <a:spcPts val="0"/>
              </a:spcAft>
              <a:buClr>
                <a:srgbClr val="000000"/>
              </a:buClr>
              <a:buSzPts val="2000"/>
              <a:buFont typeface="Arial"/>
              <a:buNone/>
            </a:pPr>
            <a:endParaRPr sz="2000">
              <a:solidFill>
                <a:schemeClr val="dk1"/>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5">
                                            <p:txEl>
                                              <p:pRg st="0" end="0"/>
                                            </p:txEl>
                                          </p:spTgt>
                                        </p:tgtEl>
                                        <p:attrNameLst>
                                          <p:attrName>style.visibility</p:attrName>
                                        </p:attrNameLst>
                                      </p:cBhvr>
                                      <p:to>
                                        <p:strVal val="visible"/>
                                      </p:to>
                                    </p:set>
                                    <p:anim calcmode="lin" valueType="num">
                                      <p:cBhvr additive="base">
                                        <p:cTn id="7" dur="300"/>
                                        <p:tgtEl>
                                          <p:spTgt spid="42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25">
                                            <p:txEl>
                                              <p:pRg st="1" end="1"/>
                                            </p:txEl>
                                          </p:spTgt>
                                        </p:tgtEl>
                                        <p:attrNameLst>
                                          <p:attrName>style.visibility</p:attrName>
                                        </p:attrNameLst>
                                      </p:cBhvr>
                                      <p:to>
                                        <p:strVal val="visible"/>
                                      </p:to>
                                    </p:set>
                                    <p:anim calcmode="lin" valueType="num">
                                      <p:cBhvr additive="base">
                                        <p:cTn id="12" dur="300"/>
                                        <p:tgtEl>
                                          <p:spTgt spid="42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25">
                                            <p:txEl>
                                              <p:pRg st="2" end="2"/>
                                            </p:txEl>
                                          </p:spTgt>
                                        </p:tgtEl>
                                        <p:attrNameLst>
                                          <p:attrName>style.visibility</p:attrName>
                                        </p:attrNameLst>
                                      </p:cBhvr>
                                      <p:to>
                                        <p:strVal val="visible"/>
                                      </p:to>
                                    </p:set>
                                    <p:anim calcmode="lin" valueType="num">
                                      <p:cBhvr additive="base">
                                        <p:cTn id="17" dur="300"/>
                                        <p:tgtEl>
                                          <p:spTgt spid="42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25">
                                            <p:txEl>
                                              <p:pRg st="3" end="3"/>
                                            </p:txEl>
                                          </p:spTgt>
                                        </p:tgtEl>
                                        <p:attrNameLst>
                                          <p:attrName>style.visibility</p:attrName>
                                        </p:attrNameLst>
                                      </p:cBhvr>
                                      <p:to>
                                        <p:strVal val="visible"/>
                                      </p:to>
                                    </p:set>
                                    <p:anim calcmode="lin" valueType="num">
                                      <p:cBhvr additive="base">
                                        <p:cTn id="22" dur="300"/>
                                        <p:tgtEl>
                                          <p:spTgt spid="42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g27d2bce3ac4_0_11"/>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32" name="Google Shape;432;g27d2bce3ac4_0_11"/>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Spark Overview</a:t>
            </a:r>
            <a:endParaRPr sz="2400">
              <a:solidFill>
                <a:srgbClr val="FFFFFF"/>
              </a:solidFill>
            </a:endParaRPr>
          </a:p>
        </p:txBody>
      </p:sp>
      <p:sp>
        <p:nvSpPr>
          <p:cNvPr id="433" name="Google Shape;433;g27d2bce3ac4_0_11"/>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endParaRPr sz="2000">
              <a:solidFill>
                <a:schemeClr val="dk1"/>
              </a:solidFill>
              <a:highlight>
                <a:srgbClr val="FFFFFF"/>
              </a:highlight>
            </a:endParaRPr>
          </a:p>
        </p:txBody>
      </p:sp>
      <p:pic>
        <p:nvPicPr>
          <p:cNvPr id="435" name="Google Shape;435;g27d2bce3ac4_0_11"/>
          <p:cNvPicPr preferRelativeResize="0"/>
          <p:nvPr/>
        </p:nvPicPr>
        <p:blipFill>
          <a:blip r:embed="rId3">
            <a:alphaModFix/>
          </a:blip>
          <a:stretch>
            <a:fillRect/>
          </a:stretch>
        </p:blipFill>
        <p:spPr>
          <a:xfrm>
            <a:off x="872356" y="793450"/>
            <a:ext cx="6885871" cy="41937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3">
                                            <p:txEl>
                                              <p:pRg st="0" end="0"/>
                                            </p:txEl>
                                          </p:spTgt>
                                        </p:tgtEl>
                                        <p:attrNameLst>
                                          <p:attrName>style.visibility</p:attrName>
                                        </p:attrNameLst>
                                      </p:cBhvr>
                                      <p:to>
                                        <p:strVal val="visible"/>
                                      </p:to>
                                    </p:set>
                                    <p:anim calcmode="lin" valueType="num">
                                      <p:cBhvr additive="base">
                                        <p:cTn id="7" dur="300"/>
                                        <p:tgtEl>
                                          <p:spTgt spid="43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g27d2bce3ac4_0_4"/>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41" name="Google Shape;441;g27d2bce3ac4_0_4"/>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Spark Vs MapReduce</a:t>
            </a:r>
            <a:endParaRPr sz="2400">
              <a:solidFill>
                <a:srgbClr val="FFFFFF"/>
              </a:solidFill>
            </a:endParaRPr>
          </a:p>
        </p:txBody>
      </p:sp>
      <p:sp>
        <p:nvSpPr>
          <p:cNvPr id="442" name="Google Shape;442;g27d2bce3ac4_0_4"/>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endParaRPr sz="2000">
              <a:solidFill>
                <a:schemeClr val="dk1"/>
              </a:solidFill>
              <a:highlight>
                <a:srgbClr val="FFFFFF"/>
              </a:highlight>
            </a:endParaRPr>
          </a:p>
        </p:txBody>
      </p:sp>
      <p:pic>
        <p:nvPicPr>
          <p:cNvPr id="444" name="Google Shape;444;g27d2bce3ac4_0_4"/>
          <p:cNvPicPr preferRelativeResize="0"/>
          <p:nvPr/>
        </p:nvPicPr>
        <p:blipFill>
          <a:blip r:embed="rId3">
            <a:alphaModFix/>
          </a:blip>
          <a:stretch>
            <a:fillRect/>
          </a:stretch>
        </p:blipFill>
        <p:spPr>
          <a:xfrm>
            <a:off x="597563" y="986536"/>
            <a:ext cx="7948875" cy="38075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2">
                                            <p:txEl>
                                              <p:pRg st="0" end="0"/>
                                            </p:txEl>
                                          </p:spTgt>
                                        </p:tgtEl>
                                        <p:attrNameLst>
                                          <p:attrName>style.visibility</p:attrName>
                                        </p:attrNameLst>
                                      </p:cBhvr>
                                      <p:to>
                                        <p:strVal val="visible"/>
                                      </p:to>
                                    </p:set>
                                    <p:anim calcmode="lin" valueType="num">
                                      <p:cBhvr additive="base">
                                        <p:cTn id="7" dur="300"/>
                                        <p:tgtEl>
                                          <p:spTgt spid="44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g27d2bce3ac4_0_20"/>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50" name="Google Shape;450;g27d2bce3ac4_0_20"/>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Spark Vs MapReduce</a:t>
            </a:r>
            <a:endParaRPr sz="2400">
              <a:solidFill>
                <a:srgbClr val="FFFFFF"/>
              </a:solidFill>
            </a:endParaRPr>
          </a:p>
        </p:txBody>
      </p:sp>
      <p:sp>
        <p:nvSpPr>
          <p:cNvPr id="451" name="Google Shape;451;g27d2bce3ac4_0_20"/>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endParaRPr sz="2000">
              <a:solidFill>
                <a:schemeClr val="dk1"/>
              </a:solidFill>
              <a:highlight>
                <a:srgbClr val="FFFFFF"/>
              </a:highlight>
            </a:endParaRPr>
          </a:p>
        </p:txBody>
      </p:sp>
      <p:graphicFrame>
        <p:nvGraphicFramePr>
          <p:cNvPr id="453" name="Google Shape;453;g27d2bce3ac4_0_20"/>
          <p:cNvGraphicFramePr/>
          <p:nvPr/>
        </p:nvGraphicFramePr>
        <p:xfrm>
          <a:off x="308250" y="1008475"/>
          <a:ext cx="8169375" cy="3589850"/>
        </p:xfrm>
        <a:graphic>
          <a:graphicData uri="http://schemas.openxmlformats.org/drawingml/2006/table">
            <a:tbl>
              <a:tblPr>
                <a:noFill/>
                <a:tableStyleId>{3709BEB6-8855-4475-B4B7-009188B72991}</a:tableStyleId>
              </a:tblPr>
              <a:tblGrid>
                <a:gridCol w="1077750">
                  <a:extLst>
                    <a:ext uri="{9D8B030D-6E8A-4147-A177-3AD203B41FA5}">
                      <a16:colId xmlns:a16="http://schemas.microsoft.com/office/drawing/2014/main" val="20000"/>
                    </a:ext>
                  </a:extLst>
                </a:gridCol>
                <a:gridCol w="3920975">
                  <a:extLst>
                    <a:ext uri="{9D8B030D-6E8A-4147-A177-3AD203B41FA5}">
                      <a16:colId xmlns:a16="http://schemas.microsoft.com/office/drawing/2014/main" val="20001"/>
                    </a:ext>
                  </a:extLst>
                </a:gridCol>
                <a:gridCol w="3170650">
                  <a:extLst>
                    <a:ext uri="{9D8B030D-6E8A-4147-A177-3AD203B41FA5}">
                      <a16:colId xmlns:a16="http://schemas.microsoft.com/office/drawing/2014/main" val="20002"/>
                    </a:ext>
                  </a:extLst>
                </a:gridCol>
              </a:tblGrid>
              <a:tr h="428150">
                <a:tc>
                  <a:txBody>
                    <a:bodyPr/>
                    <a:lstStyle/>
                    <a:p>
                      <a:pPr marL="0" lvl="0" indent="0" algn="ctr" rtl="0">
                        <a:lnSpc>
                          <a:spcPct val="115000"/>
                        </a:lnSpc>
                        <a:spcBef>
                          <a:spcPts val="0"/>
                        </a:spcBef>
                        <a:spcAft>
                          <a:spcPts val="0"/>
                        </a:spcAft>
                        <a:buNone/>
                      </a:pPr>
                      <a:r>
                        <a:rPr lang="en" sz="1200" b="1">
                          <a:solidFill>
                            <a:srgbClr val="273239"/>
                          </a:solidFill>
                        </a:rPr>
                        <a:t>S.No.</a:t>
                      </a:r>
                      <a:endParaRPr sz="1200" b="1">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200" b="1">
                          <a:solidFill>
                            <a:srgbClr val="273239"/>
                          </a:solidFill>
                        </a:rPr>
                        <a:t>MapReduce</a:t>
                      </a:r>
                      <a:endParaRPr sz="1200" b="1">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200" b="1">
                          <a:solidFill>
                            <a:srgbClr val="273239"/>
                          </a:solidFill>
                        </a:rPr>
                        <a:t>Spark</a:t>
                      </a:r>
                      <a:endParaRPr sz="1200" b="1">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790425">
                <a:tc>
                  <a:txBody>
                    <a:bodyPr/>
                    <a:lstStyle/>
                    <a:p>
                      <a:pPr marL="0" lvl="0" indent="0" algn="ctr" rtl="0">
                        <a:lnSpc>
                          <a:spcPct val="115000"/>
                        </a:lnSpc>
                        <a:spcBef>
                          <a:spcPts val="0"/>
                        </a:spcBef>
                        <a:spcAft>
                          <a:spcPts val="0"/>
                        </a:spcAft>
                        <a:buNone/>
                      </a:pPr>
                      <a:r>
                        <a:rPr lang="en" sz="1200">
                          <a:solidFill>
                            <a:srgbClr val="273239"/>
                          </a:solidFill>
                        </a:rPr>
                        <a:t>1</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200">
                          <a:solidFill>
                            <a:srgbClr val="273239"/>
                          </a:solidFill>
                        </a:rPr>
                        <a:t>It is a framework that is open-source which is used for writing data into the Hadoop Distributed File System.</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200">
                          <a:solidFill>
                            <a:srgbClr val="273239"/>
                          </a:solidFill>
                        </a:rPr>
                        <a:t>It is an open-source framework used for faster data processing.</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790425">
                <a:tc>
                  <a:txBody>
                    <a:bodyPr/>
                    <a:lstStyle/>
                    <a:p>
                      <a:pPr marL="0" lvl="0" indent="0" algn="ctr" rtl="0">
                        <a:lnSpc>
                          <a:spcPct val="115000"/>
                        </a:lnSpc>
                        <a:spcBef>
                          <a:spcPts val="0"/>
                        </a:spcBef>
                        <a:spcAft>
                          <a:spcPts val="0"/>
                        </a:spcAft>
                        <a:buNone/>
                      </a:pPr>
                      <a:r>
                        <a:rPr lang="en" sz="1200">
                          <a:solidFill>
                            <a:srgbClr val="273239"/>
                          </a:solidFill>
                        </a:rPr>
                        <a:t>2</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200">
                          <a:solidFill>
                            <a:srgbClr val="273239"/>
                          </a:solidFill>
                        </a:rPr>
                        <a:t>It is having a very slow speed as compared to Apache Spark.</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200">
                          <a:solidFill>
                            <a:srgbClr val="273239"/>
                          </a:solidFill>
                        </a:rPr>
                        <a:t>It is much faster than MapReduce.</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790425">
                <a:tc>
                  <a:txBody>
                    <a:bodyPr/>
                    <a:lstStyle/>
                    <a:p>
                      <a:pPr marL="0" lvl="0" indent="0" algn="ctr" rtl="0">
                        <a:lnSpc>
                          <a:spcPct val="115000"/>
                        </a:lnSpc>
                        <a:spcBef>
                          <a:spcPts val="0"/>
                        </a:spcBef>
                        <a:spcAft>
                          <a:spcPts val="0"/>
                        </a:spcAft>
                        <a:buNone/>
                      </a:pPr>
                      <a:r>
                        <a:rPr lang="en" sz="1200">
                          <a:solidFill>
                            <a:srgbClr val="273239"/>
                          </a:solidFill>
                        </a:rPr>
                        <a:t>3</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200">
                          <a:solidFill>
                            <a:srgbClr val="273239"/>
                          </a:solidFill>
                        </a:rPr>
                        <a:t>It is unable to handle real-time processing.</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200">
                          <a:solidFill>
                            <a:srgbClr val="273239"/>
                          </a:solidFill>
                        </a:rPr>
                        <a:t>It can deal with real-time processing.</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790425">
                <a:tc>
                  <a:txBody>
                    <a:bodyPr/>
                    <a:lstStyle/>
                    <a:p>
                      <a:pPr marL="0" lvl="0" indent="0" algn="ctr" rtl="0">
                        <a:lnSpc>
                          <a:spcPct val="115000"/>
                        </a:lnSpc>
                        <a:spcBef>
                          <a:spcPts val="0"/>
                        </a:spcBef>
                        <a:spcAft>
                          <a:spcPts val="0"/>
                        </a:spcAft>
                        <a:buNone/>
                      </a:pPr>
                      <a:r>
                        <a:rPr lang="en" sz="1200">
                          <a:solidFill>
                            <a:srgbClr val="273239"/>
                          </a:solidFill>
                        </a:rPr>
                        <a:t>4</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200">
                          <a:solidFill>
                            <a:srgbClr val="273239"/>
                          </a:solidFill>
                        </a:rPr>
                        <a:t>It is difficult to program as you required code for every process.</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200">
                          <a:solidFill>
                            <a:srgbClr val="273239"/>
                          </a:solidFill>
                        </a:rPr>
                        <a:t>It is easy to program.</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1">
                                            <p:txEl>
                                              <p:pRg st="0" end="0"/>
                                            </p:txEl>
                                          </p:spTgt>
                                        </p:tgtEl>
                                        <p:attrNameLst>
                                          <p:attrName>style.visibility</p:attrName>
                                        </p:attrNameLst>
                                      </p:cBhvr>
                                      <p:to>
                                        <p:strVal val="visible"/>
                                      </p:to>
                                    </p:set>
                                    <p:anim calcmode="lin" valueType="num">
                                      <p:cBhvr additive="base">
                                        <p:cTn id="7" dur="300"/>
                                        <p:tgtEl>
                                          <p:spTgt spid="45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g27d2bce3ac4_0_32"/>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59" name="Google Shape;459;g27d2bce3ac4_0_32"/>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Spark Vs MapReduce</a:t>
            </a:r>
            <a:endParaRPr sz="2400">
              <a:solidFill>
                <a:srgbClr val="FFFFFF"/>
              </a:solidFill>
            </a:endParaRPr>
          </a:p>
        </p:txBody>
      </p:sp>
      <p:sp>
        <p:nvSpPr>
          <p:cNvPr id="460" name="Google Shape;460;g27d2bce3ac4_0_32"/>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endParaRPr sz="2000">
              <a:solidFill>
                <a:schemeClr val="dk1"/>
              </a:solidFill>
              <a:highlight>
                <a:srgbClr val="FFFFFF"/>
              </a:highlight>
            </a:endParaRPr>
          </a:p>
        </p:txBody>
      </p:sp>
      <p:graphicFrame>
        <p:nvGraphicFramePr>
          <p:cNvPr id="462" name="Google Shape;462;g27d2bce3ac4_0_32"/>
          <p:cNvGraphicFramePr/>
          <p:nvPr/>
        </p:nvGraphicFramePr>
        <p:xfrm>
          <a:off x="348975" y="906325"/>
          <a:ext cx="8423450" cy="3947500"/>
        </p:xfrm>
        <a:graphic>
          <a:graphicData uri="http://schemas.openxmlformats.org/drawingml/2006/table">
            <a:tbl>
              <a:tblPr>
                <a:noFill/>
                <a:tableStyleId>{3709BEB6-8855-4475-B4B7-009188B72991}</a:tableStyleId>
              </a:tblPr>
              <a:tblGrid>
                <a:gridCol w="1111275">
                  <a:extLst>
                    <a:ext uri="{9D8B030D-6E8A-4147-A177-3AD203B41FA5}">
                      <a16:colId xmlns:a16="http://schemas.microsoft.com/office/drawing/2014/main" val="20000"/>
                    </a:ext>
                  </a:extLst>
                </a:gridCol>
                <a:gridCol w="3439175">
                  <a:extLst>
                    <a:ext uri="{9D8B030D-6E8A-4147-A177-3AD203B41FA5}">
                      <a16:colId xmlns:a16="http://schemas.microsoft.com/office/drawing/2014/main" val="20001"/>
                    </a:ext>
                  </a:extLst>
                </a:gridCol>
                <a:gridCol w="3873000">
                  <a:extLst>
                    <a:ext uri="{9D8B030D-6E8A-4147-A177-3AD203B41FA5}">
                      <a16:colId xmlns:a16="http://schemas.microsoft.com/office/drawing/2014/main" val="20002"/>
                    </a:ext>
                  </a:extLst>
                </a:gridCol>
              </a:tblGrid>
              <a:tr h="427650">
                <a:tc>
                  <a:txBody>
                    <a:bodyPr/>
                    <a:lstStyle/>
                    <a:p>
                      <a:pPr marL="0" lvl="0" indent="0" algn="ctr" rtl="0">
                        <a:lnSpc>
                          <a:spcPct val="115000"/>
                        </a:lnSpc>
                        <a:spcBef>
                          <a:spcPts val="0"/>
                        </a:spcBef>
                        <a:spcAft>
                          <a:spcPts val="0"/>
                        </a:spcAft>
                        <a:buNone/>
                      </a:pPr>
                      <a:r>
                        <a:rPr lang="en" sz="1200" b="1">
                          <a:solidFill>
                            <a:srgbClr val="273239"/>
                          </a:solidFill>
                        </a:rPr>
                        <a:t>S.No.</a:t>
                      </a:r>
                      <a:endParaRPr sz="1200" b="1">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200" b="1">
                          <a:solidFill>
                            <a:srgbClr val="273239"/>
                          </a:solidFill>
                        </a:rPr>
                        <a:t>MapReduce</a:t>
                      </a:r>
                      <a:endParaRPr sz="1200" b="1">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200" b="1">
                          <a:solidFill>
                            <a:srgbClr val="273239"/>
                          </a:solidFill>
                        </a:rPr>
                        <a:t>Spark</a:t>
                      </a:r>
                      <a:endParaRPr sz="1200" b="1">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151350">
                <a:tc>
                  <a:txBody>
                    <a:bodyPr/>
                    <a:lstStyle/>
                    <a:p>
                      <a:pPr marL="0" lvl="0" indent="0" algn="ctr" rtl="0">
                        <a:lnSpc>
                          <a:spcPct val="115000"/>
                        </a:lnSpc>
                        <a:spcBef>
                          <a:spcPts val="0"/>
                        </a:spcBef>
                        <a:spcAft>
                          <a:spcPts val="0"/>
                        </a:spcAft>
                        <a:buNone/>
                      </a:pPr>
                      <a:r>
                        <a:rPr lang="en" sz="1200">
                          <a:solidFill>
                            <a:srgbClr val="273239"/>
                          </a:solidFill>
                        </a:rPr>
                        <a:t>5</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200">
                          <a:solidFill>
                            <a:srgbClr val="273239"/>
                          </a:solidFill>
                        </a:rPr>
                        <a:t>It supports more security projects.</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200">
                          <a:solidFill>
                            <a:srgbClr val="273239"/>
                          </a:solidFill>
                        </a:rPr>
                        <a:t>Its security is not as good as MapReduce and continuously working on its security issues.</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789500">
                <a:tc>
                  <a:txBody>
                    <a:bodyPr/>
                    <a:lstStyle/>
                    <a:p>
                      <a:pPr marL="0" lvl="0" indent="0" algn="ctr" rtl="0">
                        <a:lnSpc>
                          <a:spcPct val="115000"/>
                        </a:lnSpc>
                        <a:spcBef>
                          <a:spcPts val="0"/>
                        </a:spcBef>
                        <a:spcAft>
                          <a:spcPts val="0"/>
                        </a:spcAft>
                        <a:buNone/>
                      </a:pPr>
                      <a:r>
                        <a:rPr lang="en" sz="1200">
                          <a:solidFill>
                            <a:srgbClr val="273239"/>
                          </a:solidFill>
                        </a:rPr>
                        <a:t>6</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200">
                          <a:solidFill>
                            <a:srgbClr val="273239"/>
                          </a:solidFill>
                        </a:rPr>
                        <a:t>For performing the task, It is unable to cache in memory.</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200">
                          <a:solidFill>
                            <a:srgbClr val="273239"/>
                          </a:solidFill>
                        </a:rPr>
                        <a:t>It can cache the memory data for processing its task.</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789500">
                <a:tc>
                  <a:txBody>
                    <a:bodyPr/>
                    <a:lstStyle/>
                    <a:p>
                      <a:pPr marL="0" lvl="0" indent="0" algn="ctr" rtl="0">
                        <a:lnSpc>
                          <a:spcPct val="115000"/>
                        </a:lnSpc>
                        <a:spcBef>
                          <a:spcPts val="0"/>
                        </a:spcBef>
                        <a:spcAft>
                          <a:spcPts val="0"/>
                        </a:spcAft>
                        <a:buNone/>
                      </a:pPr>
                      <a:r>
                        <a:rPr lang="en" sz="1200">
                          <a:solidFill>
                            <a:srgbClr val="273239"/>
                          </a:solidFill>
                        </a:rPr>
                        <a:t>7</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200">
                          <a:solidFill>
                            <a:srgbClr val="273239"/>
                          </a:solidFill>
                        </a:rPr>
                        <a:t>Its scalability is good as you can add up to n different nodes.</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200">
                          <a:solidFill>
                            <a:srgbClr val="273239"/>
                          </a:solidFill>
                        </a:rPr>
                        <a:t>It is having low scalability as compared to MapReduce.</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789500">
                <a:tc>
                  <a:txBody>
                    <a:bodyPr/>
                    <a:lstStyle/>
                    <a:p>
                      <a:pPr marL="0" lvl="0" indent="0" algn="ctr" rtl="0">
                        <a:lnSpc>
                          <a:spcPct val="115000"/>
                        </a:lnSpc>
                        <a:spcBef>
                          <a:spcPts val="0"/>
                        </a:spcBef>
                        <a:spcAft>
                          <a:spcPts val="0"/>
                        </a:spcAft>
                        <a:buNone/>
                      </a:pPr>
                      <a:r>
                        <a:rPr lang="en" sz="1200">
                          <a:solidFill>
                            <a:srgbClr val="273239"/>
                          </a:solidFill>
                        </a:rPr>
                        <a:t>8</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200">
                          <a:solidFill>
                            <a:srgbClr val="273239"/>
                          </a:solidFill>
                        </a:rPr>
                        <a:t>It actually needs other queries to perform the task.</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200">
                          <a:solidFill>
                            <a:srgbClr val="273239"/>
                          </a:solidFill>
                        </a:rPr>
                        <a:t>It has Spark SQL as its very own query language.</a:t>
                      </a:r>
                      <a:endParaRPr sz="1200">
                        <a:solidFill>
                          <a:srgbClr val="273239"/>
                        </a:solidFill>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60">
                                            <p:txEl>
                                              <p:pRg st="0" end="0"/>
                                            </p:txEl>
                                          </p:spTgt>
                                        </p:tgtEl>
                                        <p:attrNameLst>
                                          <p:attrName>style.visibility</p:attrName>
                                        </p:attrNameLst>
                                      </p:cBhvr>
                                      <p:to>
                                        <p:strVal val="visible"/>
                                      </p:to>
                                    </p:set>
                                    <p:anim calcmode="lin" valueType="num">
                                      <p:cBhvr additive="base">
                                        <p:cTn id="7" dur="300"/>
                                        <p:tgtEl>
                                          <p:spTgt spid="46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g27d2bce3ac4_0_52"/>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68" name="Google Shape;468;g27d2bce3ac4_0_52"/>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Spark Ecosystem</a:t>
            </a:r>
            <a:endParaRPr sz="2400">
              <a:solidFill>
                <a:srgbClr val="FFFFFF"/>
              </a:solidFill>
            </a:endParaRPr>
          </a:p>
        </p:txBody>
      </p:sp>
      <p:sp>
        <p:nvSpPr>
          <p:cNvPr id="469" name="Google Shape;469;g27d2bce3ac4_0_52"/>
          <p:cNvSpPr txBox="1"/>
          <p:nvPr/>
        </p:nvSpPr>
        <p:spPr>
          <a:xfrm>
            <a:off x="77475" y="793450"/>
            <a:ext cx="9144000" cy="4193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1800" dirty="0">
                <a:solidFill>
                  <a:srgbClr val="1F1F1F"/>
                </a:solidFill>
                <a:highlight>
                  <a:srgbClr val="FFFFFF"/>
                </a:highlight>
              </a:rPr>
              <a:t>The Spark Ecosystem is a collection of open-source projects that are built on top of Apache Spark. These projects extend the functionality of Spark and make it easier to use for a variety of tasks.</a:t>
            </a:r>
            <a:endParaRPr sz="2600" dirty="0">
              <a:solidFill>
                <a:schemeClr val="dk1"/>
              </a:solidFill>
              <a:highlight>
                <a:srgbClr val="FFFFFF"/>
              </a:highlight>
            </a:endParaRPr>
          </a:p>
        </p:txBody>
      </p:sp>
      <p:pic>
        <p:nvPicPr>
          <p:cNvPr id="471" name="Google Shape;471;g27d2bce3ac4_0_52"/>
          <p:cNvPicPr preferRelativeResize="0"/>
          <p:nvPr/>
        </p:nvPicPr>
        <p:blipFill>
          <a:blip r:embed="rId3">
            <a:alphaModFix/>
          </a:blip>
          <a:stretch>
            <a:fillRect/>
          </a:stretch>
        </p:blipFill>
        <p:spPr>
          <a:xfrm>
            <a:off x="389700" y="1921125"/>
            <a:ext cx="8087150" cy="2848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69">
                                            <p:txEl>
                                              <p:pRg st="0" end="0"/>
                                            </p:txEl>
                                          </p:spTgt>
                                        </p:tgtEl>
                                        <p:attrNameLst>
                                          <p:attrName>style.visibility</p:attrName>
                                        </p:attrNameLst>
                                      </p:cBhvr>
                                      <p:to>
                                        <p:strVal val="visible"/>
                                      </p:to>
                                    </p:set>
                                    <p:anim calcmode="lin" valueType="num">
                                      <p:cBhvr additive="base">
                                        <p:cTn id="7" dur="300"/>
                                        <p:tgtEl>
                                          <p:spTgt spid="46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g27d2bce3ac4_0_61"/>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77" name="Google Shape;477;g27d2bce3ac4_0_61"/>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Spark Ecosystem</a:t>
            </a:r>
            <a:endParaRPr sz="2400">
              <a:solidFill>
                <a:srgbClr val="FFFFFF"/>
              </a:solidFill>
            </a:endParaRPr>
          </a:p>
        </p:txBody>
      </p:sp>
      <p:sp>
        <p:nvSpPr>
          <p:cNvPr id="478" name="Google Shape;478;g27d2bce3ac4_0_61"/>
          <p:cNvSpPr txBox="1"/>
          <p:nvPr/>
        </p:nvSpPr>
        <p:spPr>
          <a:xfrm>
            <a:off x="155125" y="793450"/>
            <a:ext cx="8629500" cy="41937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300"/>
              </a:spcBef>
              <a:spcAft>
                <a:spcPts val="0"/>
              </a:spcAft>
              <a:buClr>
                <a:srgbClr val="1F1F1F"/>
              </a:buClr>
              <a:buSzPts val="2000"/>
              <a:buChar char="●"/>
            </a:pPr>
            <a:r>
              <a:rPr lang="en" sz="2000">
                <a:solidFill>
                  <a:srgbClr val="1F1F1F"/>
                </a:solidFill>
                <a:highlight>
                  <a:srgbClr val="FFFFFF"/>
                </a:highlight>
              </a:rPr>
              <a:t>Spark SQL: Spark SQL is a module that provides SQL support for Spark. This makes it easy to use Spark for data warehousing and data analytics tasks.</a:t>
            </a:r>
            <a:endParaRPr sz="2000">
              <a:solidFill>
                <a:srgbClr val="1F1F1F"/>
              </a:solidFill>
              <a:highlight>
                <a:srgbClr val="FFFFFF"/>
              </a:highlight>
            </a:endParaRPr>
          </a:p>
          <a:p>
            <a:pPr marL="457200" lvl="0" indent="0" algn="l" rtl="0">
              <a:lnSpc>
                <a:spcPct val="115000"/>
              </a:lnSpc>
              <a:spcBef>
                <a:spcPts val="1100"/>
              </a:spcBef>
              <a:spcAft>
                <a:spcPts val="0"/>
              </a:spcAft>
              <a:buNone/>
            </a:pPr>
            <a:endParaRPr sz="2000">
              <a:solidFill>
                <a:srgbClr val="1F1F1F"/>
              </a:solidFill>
              <a:highlight>
                <a:srgbClr val="FFFFFF"/>
              </a:highlight>
            </a:endParaRPr>
          </a:p>
          <a:p>
            <a:pPr marL="457200" lvl="0" indent="-355600" algn="l" rtl="0">
              <a:lnSpc>
                <a:spcPct val="115000"/>
              </a:lnSpc>
              <a:spcBef>
                <a:spcPts val="1100"/>
              </a:spcBef>
              <a:spcAft>
                <a:spcPts val="0"/>
              </a:spcAft>
              <a:buClr>
                <a:srgbClr val="1F1F1F"/>
              </a:buClr>
              <a:buSzPts val="2000"/>
              <a:buChar char="●"/>
            </a:pPr>
            <a:r>
              <a:rPr lang="en" sz="2000">
                <a:solidFill>
                  <a:srgbClr val="1F1F1F"/>
                </a:solidFill>
                <a:highlight>
                  <a:srgbClr val="FFFFFF"/>
                </a:highlight>
              </a:rPr>
              <a:t>MLlib: MLlib is a module that provides machine learning libraries for Spark. This makes it easy to train and deploy machine learning models on Spark.</a:t>
            </a:r>
            <a:endParaRPr sz="2000">
              <a:solidFill>
                <a:srgbClr val="1F1F1F"/>
              </a:solidFill>
              <a:highlight>
                <a:srgbClr val="FFFFFF"/>
              </a:highlight>
            </a:endParaRPr>
          </a:p>
          <a:p>
            <a:pPr marL="457200" lvl="0" indent="0" algn="l" rtl="0">
              <a:lnSpc>
                <a:spcPct val="115000"/>
              </a:lnSpc>
              <a:spcBef>
                <a:spcPts val="1100"/>
              </a:spcBef>
              <a:spcAft>
                <a:spcPts val="0"/>
              </a:spcAft>
              <a:buNone/>
            </a:pPr>
            <a:endParaRPr sz="2000">
              <a:solidFill>
                <a:srgbClr val="1F1F1F"/>
              </a:solidFill>
              <a:highlight>
                <a:srgbClr val="FFFFFF"/>
              </a:highlight>
            </a:endParaRPr>
          </a:p>
          <a:p>
            <a:pPr marL="457200" lvl="0" indent="-355600" algn="l" rtl="0">
              <a:lnSpc>
                <a:spcPct val="115000"/>
              </a:lnSpc>
              <a:spcBef>
                <a:spcPts val="1100"/>
              </a:spcBef>
              <a:spcAft>
                <a:spcPts val="0"/>
              </a:spcAft>
              <a:buClr>
                <a:srgbClr val="1F1F1F"/>
              </a:buClr>
              <a:buSzPts val="2000"/>
              <a:buChar char="●"/>
            </a:pPr>
            <a:r>
              <a:rPr lang="en" sz="2000">
                <a:solidFill>
                  <a:srgbClr val="1F1F1F"/>
                </a:solidFill>
                <a:highlight>
                  <a:srgbClr val="FFFFFF"/>
                </a:highlight>
              </a:rPr>
              <a:t>GraphX: GraphX is a module that provides graph processing libraries for Spark. This makes it easy to process graphs on Spark.</a:t>
            </a:r>
            <a:endParaRPr sz="2000">
              <a:solidFill>
                <a:srgbClr val="1F1F1F"/>
              </a:solidFill>
              <a:highlight>
                <a:srgbClr val="FFFFFF"/>
              </a:highlight>
            </a:endParaRPr>
          </a:p>
          <a:p>
            <a:pPr marL="0" marR="0" lvl="0" indent="0" algn="l" rtl="0">
              <a:lnSpc>
                <a:spcPct val="115000"/>
              </a:lnSpc>
              <a:spcBef>
                <a:spcPts val="1100"/>
              </a:spcBef>
              <a:spcAft>
                <a:spcPts val="0"/>
              </a:spcAft>
              <a:buClr>
                <a:srgbClr val="000000"/>
              </a:buClr>
              <a:buSzPts val="2000"/>
              <a:buFont typeface="Arial"/>
              <a:buNone/>
            </a:pPr>
            <a:endParaRPr sz="2000">
              <a:solidFill>
                <a:schemeClr val="dk1"/>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8">
                                            <p:txEl>
                                              <p:pRg st="0" end="0"/>
                                            </p:txEl>
                                          </p:spTgt>
                                        </p:tgtEl>
                                        <p:attrNameLst>
                                          <p:attrName>style.visibility</p:attrName>
                                        </p:attrNameLst>
                                      </p:cBhvr>
                                      <p:to>
                                        <p:strVal val="visible"/>
                                      </p:to>
                                    </p:set>
                                    <p:anim calcmode="lin" valueType="num">
                                      <p:cBhvr additive="base">
                                        <p:cTn id="7" dur="300"/>
                                        <p:tgtEl>
                                          <p:spTgt spid="47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78">
                                            <p:txEl>
                                              <p:pRg st="1" end="1"/>
                                            </p:txEl>
                                          </p:spTgt>
                                        </p:tgtEl>
                                        <p:attrNameLst>
                                          <p:attrName>style.visibility</p:attrName>
                                        </p:attrNameLst>
                                      </p:cBhvr>
                                      <p:to>
                                        <p:strVal val="visible"/>
                                      </p:to>
                                    </p:set>
                                    <p:anim calcmode="lin" valueType="num">
                                      <p:cBhvr additive="base">
                                        <p:cTn id="12" dur="300"/>
                                        <p:tgtEl>
                                          <p:spTgt spid="47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78">
                                            <p:txEl>
                                              <p:pRg st="2" end="2"/>
                                            </p:txEl>
                                          </p:spTgt>
                                        </p:tgtEl>
                                        <p:attrNameLst>
                                          <p:attrName>style.visibility</p:attrName>
                                        </p:attrNameLst>
                                      </p:cBhvr>
                                      <p:to>
                                        <p:strVal val="visible"/>
                                      </p:to>
                                    </p:set>
                                    <p:anim calcmode="lin" valueType="num">
                                      <p:cBhvr additive="base">
                                        <p:cTn id="17" dur="300"/>
                                        <p:tgtEl>
                                          <p:spTgt spid="47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78">
                                            <p:txEl>
                                              <p:pRg st="3" end="3"/>
                                            </p:txEl>
                                          </p:spTgt>
                                        </p:tgtEl>
                                        <p:attrNameLst>
                                          <p:attrName>style.visibility</p:attrName>
                                        </p:attrNameLst>
                                      </p:cBhvr>
                                      <p:to>
                                        <p:strVal val="visible"/>
                                      </p:to>
                                    </p:set>
                                    <p:anim calcmode="lin" valueType="num">
                                      <p:cBhvr additive="base">
                                        <p:cTn id="22" dur="300"/>
                                        <p:tgtEl>
                                          <p:spTgt spid="47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78">
                                            <p:txEl>
                                              <p:pRg st="4" end="4"/>
                                            </p:txEl>
                                          </p:spTgt>
                                        </p:tgtEl>
                                        <p:attrNameLst>
                                          <p:attrName>style.visibility</p:attrName>
                                        </p:attrNameLst>
                                      </p:cBhvr>
                                      <p:to>
                                        <p:strVal val="visible"/>
                                      </p:to>
                                    </p:set>
                                    <p:anim calcmode="lin" valueType="num">
                                      <p:cBhvr additive="base">
                                        <p:cTn id="27" dur="300"/>
                                        <p:tgtEl>
                                          <p:spTgt spid="47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478">
                                            <p:txEl>
                                              <p:pRg st="5" end="5"/>
                                            </p:txEl>
                                          </p:spTgt>
                                        </p:tgtEl>
                                        <p:attrNameLst>
                                          <p:attrName>style.visibility</p:attrName>
                                        </p:attrNameLst>
                                      </p:cBhvr>
                                      <p:to>
                                        <p:strVal val="visible"/>
                                      </p:to>
                                    </p:set>
                                    <p:anim calcmode="lin" valueType="num">
                                      <p:cBhvr additive="base">
                                        <p:cTn id="32" dur="300"/>
                                        <p:tgtEl>
                                          <p:spTgt spid="47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g27d2bce3ac4_0_71"/>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85" name="Google Shape;485;g27d2bce3ac4_0_71"/>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Spark Ecosystem</a:t>
            </a:r>
            <a:endParaRPr sz="2400">
              <a:solidFill>
                <a:srgbClr val="FFFFFF"/>
              </a:solidFill>
            </a:endParaRPr>
          </a:p>
        </p:txBody>
      </p:sp>
      <p:sp>
        <p:nvSpPr>
          <p:cNvPr id="486" name="Google Shape;486;g27d2bce3ac4_0_71"/>
          <p:cNvSpPr txBox="1"/>
          <p:nvPr/>
        </p:nvSpPr>
        <p:spPr>
          <a:xfrm>
            <a:off x="155125" y="793450"/>
            <a:ext cx="8629500" cy="4193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rgbClr val="1F1F1F"/>
              </a:buClr>
              <a:buSzPts val="2000"/>
              <a:buChar char="●"/>
            </a:pPr>
            <a:r>
              <a:rPr lang="en" sz="2000">
                <a:solidFill>
                  <a:srgbClr val="1F1F1F"/>
                </a:solidFill>
                <a:highlight>
                  <a:srgbClr val="FFFFFF"/>
                </a:highlight>
              </a:rPr>
              <a:t>Spark Streaming: Spark Streaming is a module that provides streaming processing capabilities for Spark. This makes it easy to process data streams in real time.</a:t>
            </a:r>
            <a:endParaRPr sz="2000">
              <a:solidFill>
                <a:srgbClr val="1F1F1F"/>
              </a:solidFill>
              <a:highlight>
                <a:srgbClr val="FFFFFF"/>
              </a:highlight>
            </a:endParaRPr>
          </a:p>
          <a:p>
            <a:pPr marL="457200" marR="0" lvl="0" indent="0" algn="l" rtl="0">
              <a:lnSpc>
                <a:spcPct val="115000"/>
              </a:lnSpc>
              <a:spcBef>
                <a:spcPts val="0"/>
              </a:spcBef>
              <a:spcAft>
                <a:spcPts val="0"/>
              </a:spcAft>
              <a:buNone/>
            </a:pPr>
            <a:endParaRPr sz="2000">
              <a:solidFill>
                <a:srgbClr val="1F1F1F"/>
              </a:solidFill>
              <a:highlight>
                <a:srgbClr val="FFFFFF"/>
              </a:highlight>
            </a:endParaRPr>
          </a:p>
          <a:p>
            <a:pPr marL="457200" marR="0" lvl="0" indent="-355600" algn="l" rtl="0">
              <a:lnSpc>
                <a:spcPct val="115000"/>
              </a:lnSpc>
              <a:spcBef>
                <a:spcPts val="0"/>
              </a:spcBef>
              <a:spcAft>
                <a:spcPts val="0"/>
              </a:spcAft>
              <a:buClr>
                <a:srgbClr val="1F1F1F"/>
              </a:buClr>
              <a:buSzPts val="2000"/>
              <a:buChar char="●"/>
            </a:pPr>
            <a:r>
              <a:rPr lang="en" sz="2000">
                <a:solidFill>
                  <a:srgbClr val="1F1F1F"/>
                </a:solidFill>
                <a:highlight>
                  <a:srgbClr val="FFFFFF"/>
                </a:highlight>
              </a:rPr>
              <a:t>Delta Lake: Delta Lake is a project that provides a unified data lake storage layer for Spark. This makes it easy to manage and query data in a data lake.</a:t>
            </a:r>
            <a:endParaRPr sz="2000">
              <a:solidFill>
                <a:srgbClr val="1F1F1F"/>
              </a:solidFill>
              <a:highlight>
                <a:srgbClr val="FFFFFF"/>
              </a:highlight>
            </a:endParaRPr>
          </a:p>
          <a:p>
            <a:pPr marL="0" marR="0" lvl="0" indent="0" algn="l" rtl="0">
              <a:lnSpc>
                <a:spcPct val="115000"/>
              </a:lnSpc>
              <a:spcBef>
                <a:spcPts val="0"/>
              </a:spcBef>
              <a:spcAft>
                <a:spcPts val="0"/>
              </a:spcAft>
              <a:buClr>
                <a:schemeClr val="dk1"/>
              </a:buClr>
              <a:buSzPts val="1100"/>
              <a:buFont typeface="Arial"/>
              <a:buNone/>
            </a:pPr>
            <a:endParaRPr sz="2000">
              <a:solidFill>
                <a:srgbClr val="1F1F1F"/>
              </a:solidFill>
              <a:highlight>
                <a:srgbClr val="FFFFFF"/>
              </a:highlight>
            </a:endParaRPr>
          </a:p>
          <a:p>
            <a:pPr marL="0" marR="0" lvl="0" indent="0" algn="l" rtl="0">
              <a:lnSpc>
                <a:spcPct val="115000"/>
              </a:lnSpc>
              <a:spcBef>
                <a:spcPts val="0"/>
              </a:spcBef>
              <a:spcAft>
                <a:spcPts val="0"/>
              </a:spcAft>
              <a:buClr>
                <a:srgbClr val="000000"/>
              </a:buClr>
              <a:buSzPts val="2000"/>
              <a:buFont typeface="Arial"/>
              <a:buNone/>
            </a:pPr>
            <a:endParaRPr sz="2000">
              <a:solidFill>
                <a:srgbClr val="1F1F1F"/>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86">
                                            <p:txEl>
                                              <p:pRg st="0" end="0"/>
                                            </p:txEl>
                                          </p:spTgt>
                                        </p:tgtEl>
                                        <p:attrNameLst>
                                          <p:attrName>style.visibility</p:attrName>
                                        </p:attrNameLst>
                                      </p:cBhvr>
                                      <p:to>
                                        <p:strVal val="visible"/>
                                      </p:to>
                                    </p:set>
                                    <p:anim calcmode="lin" valueType="num">
                                      <p:cBhvr additive="base">
                                        <p:cTn id="7" dur="300"/>
                                        <p:tgtEl>
                                          <p:spTgt spid="48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86">
                                            <p:txEl>
                                              <p:pRg st="1" end="1"/>
                                            </p:txEl>
                                          </p:spTgt>
                                        </p:tgtEl>
                                        <p:attrNameLst>
                                          <p:attrName>style.visibility</p:attrName>
                                        </p:attrNameLst>
                                      </p:cBhvr>
                                      <p:to>
                                        <p:strVal val="visible"/>
                                      </p:to>
                                    </p:set>
                                    <p:anim calcmode="lin" valueType="num">
                                      <p:cBhvr additive="base">
                                        <p:cTn id="12" dur="300"/>
                                        <p:tgtEl>
                                          <p:spTgt spid="48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86">
                                            <p:txEl>
                                              <p:pRg st="2" end="2"/>
                                            </p:txEl>
                                          </p:spTgt>
                                        </p:tgtEl>
                                        <p:attrNameLst>
                                          <p:attrName>style.visibility</p:attrName>
                                        </p:attrNameLst>
                                      </p:cBhvr>
                                      <p:to>
                                        <p:strVal val="visible"/>
                                      </p:to>
                                    </p:set>
                                    <p:anim calcmode="lin" valueType="num">
                                      <p:cBhvr additive="base">
                                        <p:cTn id="17" dur="300"/>
                                        <p:tgtEl>
                                          <p:spTgt spid="48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86">
                                            <p:txEl>
                                              <p:pRg st="3" end="3"/>
                                            </p:txEl>
                                          </p:spTgt>
                                        </p:tgtEl>
                                        <p:attrNameLst>
                                          <p:attrName>style.visibility</p:attrName>
                                        </p:attrNameLst>
                                      </p:cBhvr>
                                      <p:to>
                                        <p:strVal val="visible"/>
                                      </p:to>
                                    </p:set>
                                    <p:anim calcmode="lin" valueType="num">
                                      <p:cBhvr additive="base">
                                        <p:cTn id="22" dur="300"/>
                                        <p:tgtEl>
                                          <p:spTgt spid="48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86">
                                            <p:txEl>
                                              <p:pRg st="4" end="4"/>
                                            </p:txEl>
                                          </p:spTgt>
                                        </p:tgtEl>
                                        <p:attrNameLst>
                                          <p:attrName>style.visibility</p:attrName>
                                        </p:attrNameLst>
                                      </p:cBhvr>
                                      <p:to>
                                        <p:strVal val="visible"/>
                                      </p:to>
                                    </p:set>
                                    <p:anim calcmode="lin" valueType="num">
                                      <p:cBhvr additive="base">
                                        <p:cTn id="27" dur="300"/>
                                        <p:tgtEl>
                                          <p:spTgt spid="48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g27d2bce3ac4_0_87"/>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93" name="Google Shape;493;g27d2bce3ac4_0_87"/>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chemeClr val="dk1"/>
              </a:buClr>
              <a:buSzPts val="1100"/>
              <a:buFont typeface="Arial"/>
              <a:buNone/>
            </a:pPr>
            <a:r>
              <a:rPr lang="en" sz="2400">
                <a:solidFill>
                  <a:srgbClr val="FFFFFF"/>
                </a:solidFill>
              </a:rPr>
              <a:t>Spark Architecture</a:t>
            </a:r>
            <a:endParaRPr sz="2400">
              <a:solidFill>
                <a:srgbClr val="FFFFFF"/>
              </a:solidFill>
            </a:endParaRPr>
          </a:p>
          <a:p>
            <a:pPr marL="0" lvl="0" indent="0" algn="l" rtl="0">
              <a:lnSpc>
                <a:spcPct val="100000"/>
              </a:lnSpc>
              <a:spcBef>
                <a:spcPts val="0"/>
              </a:spcBef>
              <a:spcAft>
                <a:spcPts val="0"/>
              </a:spcAft>
              <a:buClr>
                <a:schemeClr val="dk1"/>
              </a:buClr>
              <a:buSzPts val="1100"/>
              <a:buFont typeface="Arial"/>
              <a:buNone/>
            </a:pPr>
            <a:endParaRPr sz="2400">
              <a:solidFill>
                <a:srgbClr val="FFFFFF"/>
              </a:solidFill>
            </a:endParaRPr>
          </a:p>
          <a:p>
            <a:pPr marL="0" lvl="0" indent="0" algn="l" rtl="0">
              <a:lnSpc>
                <a:spcPct val="100000"/>
              </a:lnSpc>
              <a:spcBef>
                <a:spcPts val="0"/>
              </a:spcBef>
              <a:spcAft>
                <a:spcPts val="0"/>
              </a:spcAft>
              <a:buClr>
                <a:srgbClr val="FFFFFF"/>
              </a:buClr>
              <a:buSzPts val="2400"/>
              <a:buFont typeface="Calibri"/>
              <a:buNone/>
            </a:pPr>
            <a:endParaRPr sz="2400">
              <a:solidFill>
                <a:srgbClr val="FFFFFF"/>
              </a:solidFill>
            </a:endParaRPr>
          </a:p>
        </p:txBody>
      </p:sp>
      <p:sp>
        <p:nvSpPr>
          <p:cNvPr id="494" name="Google Shape;494;g27d2bce3ac4_0_87"/>
          <p:cNvSpPr txBox="1"/>
          <p:nvPr/>
        </p:nvSpPr>
        <p:spPr>
          <a:xfrm>
            <a:off x="155125" y="793450"/>
            <a:ext cx="8629500" cy="4193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a:solidFill>
                  <a:srgbClr val="1F1F1F"/>
                </a:solidFill>
                <a:highlight>
                  <a:srgbClr val="FFFFFF"/>
                </a:highlight>
              </a:rPr>
              <a:t>Spark architecture consists of four components, including the spark driver, executors, cluster administrators, and worker nodes. It uses the Dataset and data frames as the fundamental data storage mechanism to optimise the Spark process and big data computation.</a:t>
            </a:r>
            <a:endParaRPr sz="2000">
              <a:solidFill>
                <a:srgbClr val="1F1F1F"/>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94">
                                            <p:txEl>
                                              <p:pRg st="0" end="0"/>
                                            </p:txEl>
                                          </p:spTgt>
                                        </p:tgtEl>
                                        <p:attrNameLst>
                                          <p:attrName>style.visibility</p:attrName>
                                        </p:attrNameLst>
                                      </p:cBhvr>
                                      <p:to>
                                        <p:strVal val="visible"/>
                                      </p:to>
                                    </p:set>
                                    <p:anim calcmode="lin" valueType="num">
                                      <p:cBhvr additive="base">
                                        <p:cTn id="7" dur="300"/>
                                        <p:tgtEl>
                                          <p:spTgt spid="49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g27d2bce3ac4_0_79"/>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01" name="Google Shape;501;g27d2bce3ac4_0_79"/>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Spark Architecture</a:t>
            </a:r>
            <a:endParaRPr sz="2400">
              <a:solidFill>
                <a:srgbClr val="FFFFFF"/>
              </a:solidFill>
            </a:endParaRPr>
          </a:p>
        </p:txBody>
      </p:sp>
      <p:sp>
        <p:nvSpPr>
          <p:cNvPr id="502" name="Google Shape;502;g27d2bce3ac4_0_79"/>
          <p:cNvSpPr txBox="1"/>
          <p:nvPr/>
        </p:nvSpPr>
        <p:spPr>
          <a:xfrm>
            <a:off x="155125" y="793450"/>
            <a:ext cx="8629500" cy="4193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endParaRPr sz="2000">
              <a:solidFill>
                <a:srgbClr val="1F1F1F"/>
              </a:solidFill>
              <a:highlight>
                <a:srgbClr val="FFFFFF"/>
              </a:highlight>
            </a:endParaRPr>
          </a:p>
        </p:txBody>
      </p:sp>
      <p:pic>
        <p:nvPicPr>
          <p:cNvPr id="504" name="Google Shape;504;g27d2bce3ac4_0_79"/>
          <p:cNvPicPr preferRelativeResize="0"/>
          <p:nvPr/>
        </p:nvPicPr>
        <p:blipFill>
          <a:blip r:embed="rId3">
            <a:alphaModFix/>
          </a:blip>
          <a:stretch>
            <a:fillRect/>
          </a:stretch>
        </p:blipFill>
        <p:spPr>
          <a:xfrm>
            <a:off x="732104" y="793450"/>
            <a:ext cx="7199247" cy="41936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2">
                                            <p:txEl>
                                              <p:pRg st="0" end="0"/>
                                            </p:txEl>
                                          </p:spTgt>
                                        </p:tgtEl>
                                        <p:attrNameLst>
                                          <p:attrName>style.visibility</p:attrName>
                                        </p:attrNameLst>
                                      </p:cBhvr>
                                      <p:to>
                                        <p:strVal val="visible"/>
                                      </p:to>
                                    </p:set>
                                    <p:anim calcmode="lin" valueType="num">
                                      <p:cBhvr additive="base">
                                        <p:cTn id="7" dur="300"/>
                                        <p:tgtEl>
                                          <p:spTgt spid="50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g27d2bce3ac4_0_107"/>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10" name="Google Shape;510;g27d2bce3ac4_0_107"/>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Spark APIs</a:t>
            </a:r>
            <a:endParaRPr sz="2400">
              <a:solidFill>
                <a:srgbClr val="FFFFFF"/>
              </a:solidFill>
            </a:endParaRPr>
          </a:p>
        </p:txBody>
      </p:sp>
      <p:sp>
        <p:nvSpPr>
          <p:cNvPr id="511" name="Google Shape;511;g27d2bce3ac4_0_107"/>
          <p:cNvSpPr txBox="1"/>
          <p:nvPr/>
        </p:nvSpPr>
        <p:spPr>
          <a:xfrm>
            <a:off x="155125" y="793450"/>
            <a:ext cx="8629500" cy="4193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a:solidFill>
                  <a:srgbClr val="1F1F1F"/>
                </a:solidFill>
                <a:highlight>
                  <a:srgbClr val="FFFFFF"/>
                </a:highlight>
              </a:rPr>
              <a:t>Spark provides APIs in four programming languages: Java, Scala, Python, and R.</a:t>
            </a:r>
            <a:endParaRPr sz="2000">
              <a:solidFill>
                <a:srgbClr val="1F1F1F"/>
              </a:solidFill>
              <a:highlight>
                <a:srgbClr val="FFFFFF"/>
              </a:highlight>
            </a:endParaRPr>
          </a:p>
          <a:p>
            <a:pPr marL="0" marR="0" lvl="0" indent="0" algn="l" rtl="0">
              <a:lnSpc>
                <a:spcPct val="115000"/>
              </a:lnSpc>
              <a:spcBef>
                <a:spcPts val="0"/>
              </a:spcBef>
              <a:spcAft>
                <a:spcPts val="0"/>
              </a:spcAft>
              <a:buClr>
                <a:srgbClr val="000000"/>
              </a:buClr>
              <a:buSzPts val="2000"/>
              <a:buFont typeface="Arial"/>
              <a:buNone/>
            </a:pPr>
            <a:endParaRPr sz="2000">
              <a:solidFill>
                <a:srgbClr val="1F1F1F"/>
              </a:solidFill>
              <a:highlight>
                <a:srgbClr val="FFFFFF"/>
              </a:highlight>
            </a:endParaRPr>
          </a:p>
          <a:p>
            <a:pPr marL="0" marR="0" lvl="0" indent="0" algn="l" rtl="0">
              <a:lnSpc>
                <a:spcPct val="115000"/>
              </a:lnSpc>
              <a:spcBef>
                <a:spcPts val="0"/>
              </a:spcBef>
              <a:spcAft>
                <a:spcPts val="0"/>
              </a:spcAft>
              <a:buClr>
                <a:srgbClr val="000000"/>
              </a:buClr>
              <a:buSzPts val="2000"/>
              <a:buFont typeface="Arial"/>
              <a:buNone/>
            </a:pPr>
            <a:endParaRPr sz="2000">
              <a:solidFill>
                <a:srgbClr val="1F1F1F"/>
              </a:solidFill>
              <a:highlight>
                <a:srgbClr val="FFFFFF"/>
              </a:highlight>
            </a:endParaRPr>
          </a:p>
        </p:txBody>
      </p:sp>
      <p:pic>
        <p:nvPicPr>
          <p:cNvPr id="513" name="Google Shape;513;g27d2bce3ac4_0_107"/>
          <p:cNvPicPr preferRelativeResize="0"/>
          <p:nvPr/>
        </p:nvPicPr>
        <p:blipFill>
          <a:blip r:embed="rId3">
            <a:alphaModFix/>
          </a:blip>
          <a:stretch>
            <a:fillRect/>
          </a:stretch>
        </p:blipFill>
        <p:spPr>
          <a:xfrm>
            <a:off x="837175" y="1653073"/>
            <a:ext cx="7067550" cy="32568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1">
                                            <p:txEl>
                                              <p:pRg st="0" end="0"/>
                                            </p:txEl>
                                          </p:spTgt>
                                        </p:tgtEl>
                                        <p:attrNameLst>
                                          <p:attrName>style.visibility</p:attrName>
                                        </p:attrNameLst>
                                      </p:cBhvr>
                                      <p:to>
                                        <p:strVal val="visible"/>
                                      </p:to>
                                    </p:set>
                                    <p:anim calcmode="lin" valueType="num">
                                      <p:cBhvr additive="base">
                                        <p:cTn id="7" dur="300"/>
                                        <p:tgtEl>
                                          <p:spTgt spid="5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11">
                                            <p:txEl>
                                              <p:pRg st="1" end="1"/>
                                            </p:txEl>
                                          </p:spTgt>
                                        </p:tgtEl>
                                        <p:attrNameLst>
                                          <p:attrName>style.visibility</p:attrName>
                                        </p:attrNameLst>
                                      </p:cBhvr>
                                      <p:to>
                                        <p:strVal val="visible"/>
                                      </p:to>
                                    </p:set>
                                    <p:anim calcmode="lin" valueType="num">
                                      <p:cBhvr additive="base">
                                        <p:cTn id="12" dur="300"/>
                                        <p:tgtEl>
                                          <p:spTgt spid="5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11">
                                            <p:txEl>
                                              <p:pRg st="2" end="2"/>
                                            </p:txEl>
                                          </p:spTgt>
                                        </p:tgtEl>
                                        <p:attrNameLst>
                                          <p:attrName>style.visibility</p:attrName>
                                        </p:attrNameLst>
                                      </p:cBhvr>
                                      <p:to>
                                        <p:strVal val="visible"/>
                                      </p:to>
                                    </p:set>
                                    <p:anim calcmode="lin" valueType="num">
                                      <p:cBhvr additive="base">
                                        <p:cTn id="17" dur="300"/>
                                        <p:tgtEl>
                                          <p:spTgt spid="51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g27d2bce3ac4_0_118"/>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19" name="Google Shape;519;g27d2bce3ac4_0_118"/>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Spark APIs</a:t>
            </a:r>
            <a:endParaRPr sz="2400">
              <a:solidFill>
                <a:srgbClr val="FFFFFF"/>
              </a:solidFill>
            </a:endParaRPr>
          </a:p>
        </p:txBody>
      </p:sp>
      <p:sp>
        <p:nvSpPr>
          <p:cNvPr id="520" name="Google Shape;520;g27d2bce3ac4_0_118"/>
          <p:cNvSpPr txBox="1"/>
          <p:nvPr/>
        </p:nvSpPr>
        <p:spPr>
          <a:xfrm>
            <a:off x="155125" y="793450"/>
            <a:ext cx="8629500" cy="41937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300"/>
              </a:spcBef>
              <a:spcAft>
                <a:spcPts val="0"/>
              </a:spcAft>
              <a:buClr>
                <a:srgbClr val="1F1F1F"/>
              </a:buClr>
              <a:buSzPts val="2000"/>
              <a:buChar char="●"/>
            </a:pPr>
            <a:r>
              <a:rPr lang="en" sz="2000">
                <a:solidFill>
                  <a:srgbClr val="1F1F1F"/>
                </a:solidFill>
                <a:highlight>
                  <a:srgbClr val="FFFFFF"/>
                </a:highlight>
              </a:rPr>
              <a:t>Java API: The Java API is the most mature API of Spark. It is designed to be easy to use for Java developers.</a:t>
            </a:r>
            <a:endParaRPr sz="2000">
              <a:solidFill>
                <a:srgbClr val="1F1F1F"/>
              </a:solidFill>
              <a:highlight>
                <a:srgbClr val="FFFFFF"/>
              </a:highlight>
            </a:endParaRPr>
          </a:p>
          <a:p>
            <a:pPr marL="457200" lvl="0" indent="-355600" algn="l" rtl="0">
              <a:lnSpc>
                <a:spcPct val="115000"/>
              </a:lnSpc>
              <a:spcBef>
                <a:spcPts val="0"/>
              </a:spcBef>
              <a:spcAft>
                <a:spcPts val="0"/>
              </a:spcAft>
              <a:buClr>
                <a:srgbClr val="1F1F1F"/>
              </a:buClr>
              <a:buSzPts val="2000"/>
              <a:buChar char="●"/>
            </a:pPr>
            <a:r>
              <a:rPr lang="en" sz="2000">
                <a:solidFill>
                  <a:srgbClr val="1F1F1F"/>
                </a:solidFill>
                <a:highlight>
                  <a:srgbClr val="FFFFFF"/>
                </a:highlight>
              </a:rPr>
              <a:t>Scala API: The Scala API is a superset of the Java API. It provides additional features that are not available in the Java API.</a:t>
            </a:r>
            <a:endParaRPr sz="2000">
              <a:solidFill>
                <a:srgbClr val="1F1F1F"/>
              </a:solidFill>
              <a:highlight>
                <a:srgbClr val="FFFFFF"/>
              </a:highlight>
            </a:endParaRPr>
          </a:p>
          <a:p>
            <a:pPr marL="457200" lvl="0" indent="-355600" algn="l" rtl="0">
              <a:lnSpc>
                <a:spcPct val="115000"/>
              </a:lnSpc>
              <a:spcBef>
                <a:spcPts val="0"/>
              </a:spcBef>
              <a:spcAft>
                <a:spcPts val="0"/>
              </a:spcAft>
              <a:buClr>
                <a:srgbClr val="1F1F1F"/>
              </a:buClr>
              <a:buSzPts val="2000"/>
              <a:buChar char="●"/>
            </a:pPr>
            <a:r>
              <a:rPr lang="en" sz="2000">
                <a:solidFill>
                  <a:srgbClr val="1F1F1F"/>
                </a:solidFill>
                <a:highlight>
                  <a:srgbClr val="FFFFFF"/>
                </a:highlight>
              </a:rPr>
              <a:t>Python API: The Python API is designed to be easy to use for Python developers. It is a thin wrapper around the Java API.</a:t>
            </a:r>
            <a:endParaRPr sz="2000">
              <a:solidFill>
                <a:srgbClr val="1F1F1F"/>
              </a:solidFill>
              <a:highlight>
                <a:srgbClr val="FFFFFF"/>
              </a:highlight>
            </a:endParaRPr>
          </a:p>
          <a:p>
            <a:pPr marL="457200" lvl="0" indent="-355600" algn="l" rtl="0">
              <a:lnSpc>
                <a:spcPct val="115000"/>
              </a:lnSpc>
              <a:spcBef>
                <a:spcPts val="0"/>
              </a:spcBef>
              <a:spcAft>
                <a:spcPts val="0"/>
              </a:spcAft>
              <a:buClr>
                <a:srgbClr val="1F1F1F"/>
              </a:buClr>
              <a:buSzPts val="2000"/>
              <a:buChar char="●"/>
            </a:pPr>
            <a:r>
              <a:rPr lang="en" sz="2000">
                <a:solidFill>
                  <a:srgbClr val="1F1F1F"/>
                </a:solidFill>
                <a:highlight>
                  <a:srgbClr val="FFFFFF"/>
                </a:highlight>
              </a:rPr>
              <a:t>R API: The R API is designed to be easy to use for R developers. It is a thin wrapper around the Java API.</a:t>
            </a:r>
            <a:endParaRPr sz="2000">
              <a:solidFill>
                <a:srgbClr val="1F1F1F"/>
              </a:solidFill>
              <a:highlight>
                <a:srgbClr val="FFFFFF"/>
              </a:highlight>
            </a:endParaRPr>
          </a:p>
          <a:p>
            <a:pPr marL="0" lvl="0" indent="0" algn="l" rtl="0">
              <a:lnSpc>
                <a:spcPct val="115000"/>
              </a:lnSpc>
              <a:spcBef>
                <a:spcPts val="1100"/>
              </a:spcBef>
              <a:spcAft>
                <a:spcPts val="0"/>
              </a:spcAft>
              <a:buNone/>
            </a:pPr>
            <a:r>
              <a:rPr lang="en" sz="2000">
                <a:solidFill>
                  <a:srgbClr val="1F1F1F"/>
                </a:solidFill>
                <a:highlight>
                  <a:srgbClr val="FFFFFF"/>
                </a:highlight>
              </a:rPr>
              <a:t>The Spark APIs are all similar in terms of their functionality. They all provide the same basic operations for creating RDDs, running jobs, and accessing data.</a:t>
            </a:r>
            <a:endParaRPr sz="2000">
              <a:solidFill>
                <a:srgbClr val="1F1F1F"/>
              </a:solidFill>
              <a:highlight>
                <a:srgbClr val="FFFFFF"/>
              </a:highlight>
            </a:endParaRPr>
          </a:p>
          <a:p>
            <a:pPr marL="0" marR="0" lvl="0" indent="0" algn="l" rtl="0">
              <a:lnSpc>
                <a:spcPct val="115000"/>
              </a:lnSpc>
              <a:spcBef>
                <a:spcPts val="300"/>
              </a:spcBef>
              <a:spcAft>
                <a:spcPts val="0"/>
              </a:spcAft>
              <a:buClr>
                <a:srgbClr val="000000"/>
              </a:buClr>
              <a:buSzPts val="2000"/>
              <a:buFont typeface="Arial"/>
              <a:buNone/>
            </a:pPr>
            <a:endParaRPr sz="2000">
              <a:solidFill>
                <a:srgbClr val="1F1F1F"/>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20">
                                            <p:txEl>
                                              <p:pRg st="0" end="0"/>
                                            </p:txEl>
                                          </p:spTgt>
                                        </p:tgtEl>
                                        <p:attrNameLst>
                                          <p:attrName>style.visibility</p:attrName>
                                        </p:attrNameLst>
                                      </p:cBhvr>
                                      <p:to>
                                        <p:strVal val="visible"/>
                                      </p:to>
                                    </p:set>
                                    <p:anim calcmode="lin" valueType="num">
                                      <p:cBhvr additive="base">
                                        <p:cTn id="7" dur="300"/>
                                        <p:tgtEl>
                                          <p:spTgt spid="52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20">
                                            <p:txEl>
                                              <p:pRg st="1" end="1"/>
                                            </p:txEl>
                                          </p:spTgt>
                                        </p:tgtEl>
                                        <p:attrNameLst>
                                          <p:attrName>style.visibility</p:attrName>
                                        </p:attrNameLst>
                                      </p:cBhvr>
                                      <p:to>
                                        <p:strVal val="visible"/>
                                      </p:to>
                                    </p:set>
                                    <p:anim calcmode="lin" valueType="num">
                                      <p:cBhvr additive="base">
                                        <p:cTn id="12" dur="300"/>
                                        <p:tgtEl>
                                          <p:spTgt spid="52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20">
                                            <p:txEl>
                                              <p:pRg st="2" end="2"/>
                                            </p:txEl>
                                          </p:spTgt>
                                        </p:tgtEl>
                                        <p:attrNameLst>
                                          <p:attrName>style.visibility</p:attrName>
                                        </p:attrNameLst>
                                      </p:cBhvr>
                                      <p:to>
                                        <p:strVal val="visible"/>
                                      </p:to>
                                    </p:set>
                                    <p:anim calcmode="lin" valueType="num">
                                      <p:cBhvr additive="base">
                                        <p:cTn id="17" dur="300"/>
                                        <p:tgtEl>
                                          <p:spTgt spid="52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20">
                                            <p:txEl>
                                              <p:pRg st="3" end="3"/>
                                            </p:txEl>
                                          </p:spTgt>
                                        </p:tgtEl>
                                        <p:attrNameLst>
                                          <p:attrName>style.visibility</p:attrName>
                                        </p:attrNameLst>
                                      </p:cBhvr>
                                      <p:to>
                                        <p:strVal val="visible"/>
                                      </p:to>
                                    </p:set>
                                    <p:anim calcmode="lin" valueType="num">
                                      <p:cBhvr additive="base">
                                        <p:cTn id="22" dur="300"/>
                                        <p:tgtEl>
                                          <p:spTgt spid="52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20">
                                            <p:txEl>
                                              <p:pRg st="4" end="4"/>
                                            </p:txEl>
                                          </p:spTgt>
                                        </p:tgtEl>
                                        <p:attrNameLst>
                                          <p:attrName>style.visibility</p:attrName>
                                        </p:attrNameLst>
                                      </p:cBhvr>
                                      <p:to>
                                        <p:strVal val="visible"/>
                                      </p:to>
                                    </p:set>
                                    <p:anim calcmode="lin" valueType="num">
                                      <p:cBhvr additive="base">
                                        <p:cTn id="27" dur="300"/>
                                        <p:tgtEl>
                                          <p:spTgt spid="52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20">
                                            <p:txEl>
                                              <p:pRg st="5" end="5"/>
                                            </p:txEl>
                                          </p:spTgt>
                                        </p:tgtEl>
                                        <p:attrNameLst>
                                          <p:attrName>style.visibility</p:attrName>
                                        </p:attrNameLst>
                                      </p:cBhvr>
                                      <p:to>
                                        <p:strVal val="visible"/>
                                      </p:to>
                                    </p:set>
                                    <p:anim calcmode="lin" valueType="num">
                                      <p:cBhvr additive="base">
                                        <p:cTn id="32" dur="300"/>
                                        <p:tgtEl>
                                          <p:spTgt spid="520">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g27d2bce3ac4_0_128"/>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27" name="Google Shape;527;g27d2bce3ac4_0_128"/>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Spark Installation</a:t>
            </a:r>
            <a:endParaRPr sz="2400">
              <a:solidFill>
                <a:srgbClr val="FFFFFF"/>
              </a:solidFill>
            </a:endParaRPr>
          </a:p>
        </p:txBody>
      </p:sp>
      <p:sp>
        <p:nvSpPr>
          <p:cNvPr id="528" name="Google Shape;528;g27d2bce3ac4_0_128"/>
          <p:cNvSpPr txBox="1"/>
          <p:nvPr/>
        </p:nvSpPr>
        <p:spPr>
          <a:xfrm>
            <a:off x="155125" y="793450"/>
            <a:ext cx="8629500" cy="419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500"/>
              </a:spcBef>
              <a:spcAft>
                <a:spcPts val="0"/>
              </a:spcAft>
              <a:buClr>
                <a:schemeClr val="dk1"/>
              </a:buClr>
              <a:buSzPts val="1100"/>
              <a:buFont typeface="Arial"/>
              <a:buNone/>
            </a:pPr>
            <a:r>
              <a:rPr lang="en" sz="2000" b="1">
                <a:solidFill>
                  <a:srgbClr val="374151"/>
                </a:solidFill>
                <a:highlight>
                  <a:srgbClr val="FF9900"/>
                </a:highlight>
              </a:rPr>
              <a:t>Steps for Installation:</a:t>
            </a:r>
            <a:endParaRPr sz="2000" b="1">
              <a:solidFill>
                <a:srgbClr val="374151"/>
              </a:solidFill>
              <a:highlight>
                <a:srgbClr val="FF9900"/>
              </a:highlight>
            </a:endParaRPr>
          </a:p>
          <a:p>
            <a:pPr marL="457200" lvl="0" indent="-228600" algn="l" rtl="0">
              <a:lnSpc>
                <a:spcPct val="115000"/>
              </a:lnSpc>
              <a:spcBef>
                <a:spcPts val="1500"/>
              </a:spcBef>
              <a:spcAft>
                <a:spcPts val="0"/>
              </a:spcAft>
              <a:buClr>
                <a:srgbClr val="374151"/>
              </a:buClr>
              <a:buSzPts val="2000"/>
              <a:buFont typeface="Arial"/>
              <a:buNone/>
            </a:pPr>
            <a:r>
              <a:rPr lang="en" sz="2000">
                <a:solidFill>
                  <a:srgbClr val="374151"/>
                </a:solidFill>
                <a:highlight>
                  <a:schemeClr val="lt1"/>
                </a:highlight>
              </a:rPr>
              <a:t>Download Apache Spark:</a:t>
            </a:r>
            <a:endParaRPr sz="2000">
              <a:solidFill>
                <a:srgbClr val="374151"/>
              </a:solidFill>
              <a:highlight>
                <a:schemeClr val="lt1"/>
              </a:highlight>
            </a:endParaRPr>
          </a:p>
          <a:p>
            <a:pPr marL="914400" lvl="1" indent="-355600" algn="l" rtl="0">
              <a:lnSpc>
                <a:spcPct val="115000"/>
              </a:lnSpc>
              <a:spcBef>
                <a:spcPts val="0"/>
              </a:spcBef>
              <a:spcAft>
                <a:spcPts val="0"/>
              </a:spcAft>
              <a:buClr>
                <a:srgbClr val="374151"/>
              </a:buClr>
              <a:buSzPts val="2000"/>
              <a:buFont typeface="Arial"/>
              <a:buChar char="●"/>
            </a:pPr>
            <a:r>
              <a:rPr lang="en" sz="2000">
                <a:solidFill>
                  <a:srgbClr val="374151"/>
                </a:solidFill>
                <a:highlight>
                  <a:schemeClr val="lt1"/>
                </a:highlight>
              </a:rPr>
              <a:t>Go to the official Apache Spark download page:</a:t>
            </a:r>
            <a:r>
              <a:rPr lang="en" sz="2000">
                <a:solidFill>
                  <a:srgbClr val="374151"/>
                </a:solidFill>
                <a:highlight>
                  <a:schemeClr val="lt1"/>
                </a:highlight>
                <a:uFill>
                  <a:noFill/>
                </a:uFill>
                <a:hlinkClick r:id="rId3">
                  <a:extLst>
                    <a:ext uri="{A12FA001-AC4F-418D-AE19-62706E023703}">
                      <ahyp:hlinkClr xmlns:ahyp="http://schemas.microsoft.com/office/drawing/2018/hyperlinkcolor" val="tx"/>
                    </a:ext>
                  </a:extLst>
                </a:hlinkClick>
              </a:rPr>
              <a:t> </a:t>
            </a:r>
            <a:r>
              <a:rPr lang="en" sz="2000" u="sng">
                <a:solidFill>
                  <a:schemeClr val="hlink"/>
                </a:solidFill>
                <a:highlight>
                  <a:schemeClr val="lt1"/>
                </a:highlight>
                <a:hlinkClick r:id="rId3"/>
              </a:rPr>
              <a:t>https://spark.apache.org/downloads.html</a:t>
            </a:r>
            <a:endParaRPr sz="2000" u="sng">
              <a:solidFill>
                <a:schemeClr val="hlink"/>
              </a:solidFill>
              <a:highlight>
                <a:schemeClr val="lt1"/>
              </a:highlight>
            </a:endParaRPr>
          </a:p>
          <a:p>
            <a:pPr marL="914400" lvl="1" indent="-355600" algn="l" rtl="0">
              <a:lnSpc>
                <a:spcPct val="115000"/>
              </a:lnSpc>
              <a:spcBef>
                <a:spcPts val="0"/>
              </a:spcBef>
              <a:spcAft>
                <a:spcPts val="0"/>
              </a:spcAft>
              <a:buClr>
                <a:srgbClr val="374151"/>
              </a:buClr>
              <a:buSzPts val="2000"/>
              <a:buFont typeface="Arial"/>
              <a:buChar char="●"/>
            </a:pPr>
            <a:r>
              <a:rPr lang="en" sz="2000">
                <a:solidFill>
                  <a:srgbClr val="374151"/>
                </a:solidFill>
                <a:highlight>
                  <a:schemeClr val="lt1"/>
                </a:highlight>
              </a:rPr>
              <a:t>Choose the latest Spark release and download the pre-built package for your desired Hadoop version (e.g., "Spark x.y.z (Hadoop x.y)").</a:t>
            </a:r>
            <a:endParaRPr sz="2000">
              <a:solidFill>
                <a:srgbClr val="374151"/>
              </a:solidFill>
              <a:highlight>
                <a:schemeClr val="lt1"/>
              </a:highlight>
            </a:endParaRPr>
          </a:p>
          <a:p>
            <a:pPr marL="914400" lvl="1" indent="-355600" algn="l" rtl="0">
              <a:lnSpc>
                <a:spcPct val="115000"/>
              </a:lnSpc>
              <a:spcBef>
                <a:spcPts val="0"/>
              </a:spcBef>
              <a:spcAft>
                <a:spcPts val="0"/>
              </a:spcAft>
              <a:buClr>
                <a:srgbClr val="374151"/>
              </a:buClr>
              <a:buSzPts val="2000"/>
              <a:buFont typeface="Arial"/>
              <a:buChar char="●"/>
            </a:pPr>
            <a:r>
              <a:rPr lang="en" sz="2000">
                <a:solidFill>
                  <a:srgbClr val="374151"/>
                </a:solidFill>
                <a:highlight>
                  <a:schemeClr val="lt1"/>
                </a:highlight>
              </a:rPr>
              <a:t>Extract the downloaded tarball to your preferred location.</a:t>
            </a:r>
            <a:endParaRPr sz="2000">
              <a:solidFill>
                <a:srgbClr val="374151"/>
              </a:solidFill>
              <a:highlight>
                <a:schemeClr val="lt1"/>
              </a:highlight>
            </a:endParaRPr>
          </a:p>
          <a:p>
            <a:pPr marL="0" marR="0" lvl="0" indent="0" algn="l" rtl="0">
              <a:lnSpc>
                <a:spcPct val="115000"/>
              </a:lnSpc>
              <a:spcBef>
                <a:spcPts val="1500"/>
              </a:spcBef>
              <a:spcAft>
                <a:spcPts val="0"/>
              </a:spcAft>
              <a:buClr>
                <a:srgbClr val="000000"/>
              </a:buClr>
              <a:buSzPts val="2000"/>
              <a:buFont typeface="Arial"/>
              <a:buNone/>
            </a:pPr>
            <a:endParaRPr sz="2000">
              <a:solidFill>
                <a:srgbClr val="1F1F1F"/>
              </a:solidFill>
              <a:highlight>
                <a:schemeClr val="lt1"/>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28">
                                            <p:txEl>
                                              <p:pRg st="0" end="0"/>
                                            </p:txEl>
                                          </p:spTgt>
                                        </p:tgtEl>
                                        <p:attrNameLst>
                                          <p:attrName>style.visibility</p:attrName>
                                        </p:attrNameLst>
                                      </p:cBhvr>
                                      <p:to>
                                        <p:strVal val="visible"/>
                                      </p:to>
                                    </p:set>
                                    <p:anim calcmode="lin" valueType="num">
                                      <p:cBhvr additive="base">
                                        <p:cTn id="7" dur="300"/>
                                        <p:tgtEl>
                                          <p:spTgt spid="52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28">
                                            <p:txEl>
                                              <p:pRg st="1" end="1"/>
                                            </p:txEl>
                                          </p:spTgt>
                                        </p:tgtEl>
                                        <p:attrNameLst>
                                          <p:attrName>style.visibility</p:attrName>
                                        </p:attrNameLst>
                                      </p:cBhvr>
                                      <p:to>
                                        <p:strVal val="visible"/>
                                      </p:to>
                                    </p:set>
                                    <p:anim calcmode="lin" valueType="num">
                                      <p:cBhvr additive="base">
                                        <p:cTn id="12" dur="300"/>
                                        <p:tgtEl>
                                          <p:spTgt spid="52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28">
                                            <p:txEl>
                                              <p:pRg st="2" end="2"/>
                                            </p:txEl>
                                          </p:spTgt>
                                        </p:tgtEl>
                                        <p:attrNameLst>
                                          <p:attrName>style.visibility</p:attrName>
                                        </p:attrNameLst>
                                      </p:cBhvr>
                                      <p:to>
                                        <p:strVal val="visible"/>
                                      </p:to>
                                    </p:set>
                                    <p:anim calcmode="lin" valueType="num">
                                      <p:cBhvr additive="base">
                                        <p:cTn id="17" dur="300"/>
                                        <p:tgtEl>
                                          <p:spTgt spid="52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28">
                                            <p:txEl>
                                              <p:pRg st="3" end="3"/>
                                            </p:txEl>
                                          </p:spTgt>
                                        </p:tgtEl>
                                        <p:attrNameLst>
                                          <p:attrName>style.visibility</p:attrName>
                                        </p:attrNameLst>
                                      </p:cBhvr>
                                      <p:to>
                                        <p:strVal val="visible"/>
                                      </p:to>
                                    </p:set>
                                    <p:anim calcmode="lin" valueType="num">
                                      <p:cBhvr additive="base">
                                        <p:cTn id="22" dur="300"/>
                                        <p:tgtEl>
                                          <p:spTgt spid="52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28">
                                            <p:txEl>
                                              <p:pRg st="4" end="4"/>
                                            </p:txEl>
                                          </p:spTgt>
                                        </p:tgtEl>
                                        <p:attrNameLst>
                                          <p:attrName>style.visibility</p:attrName>
                                        </p:attrNameLst>
                                      </p:cBhvr>
                                      <p:to>
                                        <p:strVal val="visible"/>
                                      </p:to>
                                    </p:set>
                                    <p:anim calcmode="lin" valueType="num">
                                      <p:cBhvr additive="base">
                                        <p:cTn id="27" dur="300"/>
                                        <p:tgtEl>
                                          <p:spTgt spid="52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28">
                                            <p:txEl>
                                              <p:pRg st="5" end="5"/>
                                            </p:txEl>
                                          </p:spTgt>
                                        </p:tgtEl>
                                        <p:attrNameLst>
                                          <p:attrName>style.visibility</p:attrName>
                                        </p:attrNameLst>
                                      </p:cBhvr>
                                      <p:to>
                                        <p:strVal val="visible"/>
                                      </p:to>
                                    </p:set>
                                    <p:anim calcmode="lin" valueType="num">
                                      <p:cBhvr additive="base">
                                        <p:cTn id="32" dur="300"/>
                                        <p:tgtEl>
                                          <p:spTgt spid="52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g27d2bce3ac4_0_137"/>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35" name="Google Shape;535;g27d2bce3ac4_0_137"/>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Spark Installation</a:t>
            </a:r>
            <a:endParaRPr sz="2400">
              <a:solidFill>
                <a:srgbClr val="FFFFFF"/>
              </a:solidFill>
            </a:endParaRPr>
          </a:p>
        </p:txBody>
      </p:sp>
      <p:sp>
        <p:nvSpPr>
          <p:cNvPr id="536" name="Google Shape;536;g27d2bce3ac4_0_137"/>
          <p:cNvSpPr txBox="1"/>
          <p:nvPr/>
        </p:nvSpPr>
        <p:spPr>
          <a:xfrm>
            <a:off x="155125" y="793450"/>
            <a:ext cx="8629500" cy="419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2000" b="1">
                <a:solidFill>
                  <a:srgbClr val="374151"/>
                </a:solidFill>
                <a:highlight>
                  <a:srgbClr val="FF9900"/>
                </a:highlight>
              </a:rPr>
              <a:t>Set Environment Variables (optional but recommended):</a:t>
            </a:r>
            <a:endParaRPr sz="2000" b="1">
              <a:solidFill>
                <a:srgbClr val="374151"/>
              </a:solidFill>
              <a:highlight>
                <a:srgbClr val="FF9900"/>
              </a:highlight>
            </a:endParaRPr>
          </a:p>
          <a:p>
            <a:pPr marL="0" lvl="0" indent="0" algn="l" rtl="0">
              <a:lnSpc>
                <a:spcPct val="115000"/>
              </a:lnSpc>
              <a:spcBef>
                <a:spcPts val="0"/>
              </a:spcBef>
              <a:spcAft>
                <a:spcPts val="0"/>
              </a:spcAft>
              <a:buClr>
                <a:schemeClr val="dk1"/>
              </a:buClr>
              <a:buSzPts val="1100"/>
              <a:buFont typeface="Arial"/>
              <a:buNone/>
            </a:pPr>
            <a:endParaRPr sz="2000">
              <a:solidFill>
                <a:srgbClr val="374151"/>
              </a:solidFill>
              <a:highlight>
                <a:srgbClr val="FF9900"/>
              </a:highlight>
            </a:endParaRPr>
          </a:p>
          <a:p>
            <a:pPr marL="457200" lvl="0" indent="-355600" algn="l" rtl="0">
              <a:lnSpc>
                <a:spcPct val="115000"/>
              </a:lnSpc>
              <a:spcBef>
                <a:spcPts val="0"/>
              </a:spcBef>
              <a:spcAft>
                <a:spcPts val="0"/>
              </a:spcAft>
              <a:buClr>
                <a:srgbClr val="374151"/>
              </a:buClr>
              <a:buSzPts val="2000"/>
              <a:buFont typeface="Roboto"/>
              <a:buChar char="●"/>
            </a:pPr>
            <a:r>
              <a:rPr lang="en" sz="2000">
                <a:solidFill>
                  <a:srgbClr val="374151"/>
                </a:solidFill>
                <a:highlight>
                  <a:schemeClr val="lt1"/>
                </a:highlight>
              </a:rPr>
              <a:t>Open your shell profile configuration file (e.g., ~/.bashrc, ~/.zshrc).</a:t>
            </a:r>
            <a:endParaRPr sz="2000">
              <a:solidFill>
                <a:srgbClr val="374151"/>
              </a:solidFill>
              <a:highlight>
                <a:schemeClr val="lt1"/>
              </a:highlight>
            </a:endParaRPr>
          </a:p>
          <a:p>
            <a:pPr marL="457200" lvl="0" indent="-355600" algn="l" rtl="0">
              <a:lnSpc>
                <a:spcPct val="115000"/>
              </a:lnSpc>
              <a:spcBef>
                <a:spcPts val="0"/>
              </a:spcBef>
              <a:spcAft>
                <a:spcPts val="0"/>
              </a:spcAft>
              <a:buClr>
                <a:srgbClr val="374151"/>
              </a:buClr>
              <a:buSzPts val="2000"/>
              <a:buFont typeface="Arial"/>
              <a:buChar char="●"/>
            </a:pPr>
            <a:r>
              <a:rPr lang="en" sz="2000">
                <a:solidFill>
                  <a:srgbClr val="374151"/>
                </a:solidFill>
                <a:highlight>
                  <a:schemeClr val="lt1"/>
                </a:highlight>
              </a:rPr>
              <a:t>Add the following lines to set Spark-related environment variables:</a:t>
            </a:r>
            <a:endParaRPr sz="2000">
              <a:solidFill>
                <a:srgbClr val="374151"/>
              </a:solidFill>
              <a:highlight>
                <a:schemeClr val="lt1"/>
              </a:highlight>
            </a:endParaRPr>
          </a:p>
          <a:p>
            <a:pPr marL="457200" lvl="0" indent="0" algn="l" rtl="0">
              <a:lnSpc>
                <a:spcPct val="115000"/>
              </a:lnSpc>
              <a:spcBef>
                <a:spcPts val="0"/>
              </a:spcBef>
              <a:spcAft>
                <a:spcPts val="0"/>
              </a:spcAft>
              <a:buNone/>
            </a:pPr>
            <a:endParaRPr sz="2000">
              <a:solidFill>
                <a:srgbClr val="374151"/>
              </a:solidFill>
              <a:highlight>
                <a:srgbClr val="F7F7F8"/>
              </a:highlight>
            </a:endParaRPr>
          </a:p>
          <a:p>
            <a:pPr marL="0" lvl="0" indent="0" algn="l" rtl="0">
              <a:lnSpc>
                <a:spcPct val="115000"/>
              </a:lnSpc>
              <a:spcBef>
                <a:spcPts val="0"/>
              </a:spcBef>
              <a:spcAft>
                <a:spcPts val="0"/>
              </a:spcAft>
              <a:buNone/>
            </a:pPr>
            <a:r>
              <a:rPr lang="en" sz="2000">
                <a:solidFill>
                  <a:srgbClr val="E9950C"/>
                </a:solidFill>
                <a:highlight>
                  <a:schemeClr val="dk1"/>
                </a:highlight>
              </a:rPr>
              <a:t>export</a:t>
            </a:r>
            <a:r>
              <a:rPr lang="en" sz="2000">
                <a:solidFill>
                  <a:srgbClr val="FFFFFF"/>
                </a:solidFill>
                <a:highlight>
                  <a:schemeClr val="dk1"/>
                </a:highlight>
              </a:rPr>
              <a:t> SPARK_HOME=/path/to/spark-&lt;version&gt; </a:t>
            </a:r>
            <a:endParaRPr sz="2000">
              <a:solidFill>
                <a:srgbClr val="FFFFFF"/>
              </a:solidFill>
              <a:highlight>
                <a:schemeClr val="dk1"/>
              </a:highlight>
            </a:endParaRPr>
          </a:p>
          <a:p>
            <a:pPr marL="0" lvl="0" indent="0" algn="l" rtl="0">
              <a:lnSpc>
                <a:spcPct val="115000"/>
              </a:lnSpc>
              <a:spcBef>
                <a:spcPts val="0"/>
              </a:spcBef>
              <a:spcAft>
                <a:spcPts val="0"/>
              </a:spcAft>
              <a:buNone/>
            </a:pPr>
            <a:r>
              <a:rPr lang="en" sz="2000">
                <a:solidFill>
                  <a:srgbClr val="E9950C"/>
                </a:solidFill>
                <a:highlight>
                  <a:schemeClr val="dk1"/>
                </a:highlight>
              </a:rPr>
              <a:t>export</a:t>
            </a:r>
            <a:r>
              <a:rPr lang="en" sz="2000">
                <a:solidFill>
                  <a:srgbClr val="FFFFFF"/>
                </a:solidFill>
                <a:highlight>
                  <a:schemeClr val="dk1"/>
                </a:highlight>
              </a:rPr>
              <a:t> PATH=</a:t>
            </a:r>
            <a:r>
              <a:rPr lang="en" sz="2000">
                <a:solidFill>
                  <a:srgbClr val="DF3079"/>
                </a:solidFill>
                <a:highlight>
                  <a:schemeClr val="dk1"/>
                </a:highlight>
              </a:rPr>
              <a:t>$SPARK_HOME</a:t>
            </a:r>
            <a:r>
              <a:rPr lang="en" sz="2000">
                <a:solidFill>
                  <a:srgbClr val="FFFFFF"/>
                </a:solidFill>
                <a:highlight>
                  <a:schemeClr val="dk1"/>
                </a:highlight>
              </a:rPr>
              <a:t>/bin:</a:t>
            </a:r>
            <a:r>
              <a:rPr lang="en" sz="2000">
                <a:solidFill>
                  <a:srgbClr val="DF3079"/>
                </a:solidFill>
                <a:highlight>
                  <a:schemeClr val="dk1"/>
                </a:highlight>
              </a:rPr>
              <a:t>$PATH</a:t>
            </a:r>
            <a:endParaRPr sz="2000">
              <a:solidFill>
                <a:srgbClr val="DF3079"/>
              </a:solidFill>
              <a:highlight>
                <a:schemeClr val="dk1"/>
              </a:highlight>
            </a:endParaRPr>
          </a:p>
          <a:p>
            <a:pPr marL="0" lvl="0" indent="0" algn="l" rtl="0">
              <a:lnSpc>
                <a:spcPct val="115000"/>
              </a:lnSpc>
              <a:spcBef>
                <a:spcPts val="0"/>
              </a:spcBef>
              <a:spcAft>
                <a:spcPts val="0"/>
              </a:spcAft>
              <a:buNone/>
            </a:pPr>
            <a:endParaRPr sz="2000">
              <a:solidFill>
                <a:srgbClr val="DF3079"/>
              </a:solidFill>
              <a:highlight>
                <a:schemeClr val="dk1"/>
              </a:highlight>
            </a:endParaRPr>
          </a:p>
          <a:p>
            <a:pPr marL="457200" lvl="0" indent="-355600" algn="l" rtl="0">
              <a:lnSpc>
                <a:spcPct val="115000"/>
              </a:lnSpc>
              <a:spcBef>
                <a:spcPts val="0"/>
              </a:spcBef>
              <a:spcAft>
                <a:spcPts val="0"/>
              </a:spcAft>
              <a:buClr>
                <a:srgbClr val="374151"/>
              </a:buClr>
              <a:buSzPts val="2000"/>
              <a:buFont typeface="Roboto"/>
              <a:buChar char="●"/>
            </a:pPr>
            <a:r>
              <a:rPr lang="en" sz="2000">
                <a:solidFill>
                  <a:srgbClr val="374151"/>
                </a:solidFill>
                <a:highlight>
                  <a:schemeClr val="lt1"/>
                </a:highlight>
              </a:rPr>
              <a:t>Replace /path/to/spark-&lt;version&gt; with the actual path to your Spark installation.</a:t>
            </a:r>
            <a:endParaRPr sz="2000">
              <a:solidFill>
                <a:srgbClr val="374151"/>
              </a:solidFill>
              <a:highlight>
                <a:schemeClr val="lt1"/>
              </a:highlight>
            </a:endParaRPr>
          </a:p>
          <a:p>
            <a:pPr marL="0" marR="0" lvl="0" indent="0" algn="l" rtl="0">
              <a:lnSpc>
                <a:spcPct val="115000"/>
              </a:lnSpc>
              <a:spcBef>
                <a:spcPts val="0"/>
              </a:spcBef>
              <a:spcAft>
                <a:spcPts val="0"/>
              </a:spcAft>
              <a:buClr>
                <a:srgbClr val="000000"/>
              </a:buClr>
              <a:buSzPts val="2000"/>
              <a:buFont typeface="Arial"/>
              <a:buNone/>
            </a:pPr>
            <a:endParaRPr sz="2000">
              <a:solidFill>
                <a:srgbClr val="E9950C"/>
              </a:solidFill>
              <a:highlight>
                <a:schemeClr val="dk1"/>
              </a:highlight>
            </a:endParaRPr>
          </a:p>
          <a:p>
            <a:pPr marL="0" marR="0" lvl="0" indent="0" algn="l" rtl="0">
              <a:lnSpc>
                <a:spcPct val="115000"/>
              </a:lnSpc>
              <a:spcBef>
                <a:spcPts val="0"/>
              </a:spcBef>
              <a:spcAft>
                <a:spcPts val="0"/>
              </a:spcAft>
              <a:buClr>
                <a:srgbClr val="000000"/>
              </a:buClr>
              <a:buSzPts val="2000"/>
              <a:buFont typeface="Arial"/>
              <a:buNone/>
            </a:pPr>
            <a:endParaRPr sz="2000">
              <a:solidFill>
                <a:srgbClr val="1F1F1F"/>
              </a:solidFill>
              <a:highlight>
                <a:schemeClr val="lt1"/>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36">
                                            <p:txEl>
                                              <p:pRg st="0" end="0"/>
                                            </p:txEl>
                                          </p:spTgt>
                                        </p:tgtEl>
                                        <p:attrNameLst>
                                          <p:attrName>style.visibility</p:attrName>
                                        </p:attrNameLst>
                                      </p:cBhvr>
                                      <p:to>
                                        <p:strVal val="visible"/>
                                      </p:to>
                                    </p:set>
                                    <p:anim calcmode="lin" valueType="num">
                                      <p:cBhvr additive="base">
                                        <p:cTn id="7" dur="300"/>
                                        <p:tgtEl>
                                          <p:spTgt spid="53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36">
                                            <p:txEl>
                                              <p:pRg st="1" end="1"/>
                                            </p:txEl>
                                          </p:spTgt>
                                        </p:tgtEl>
                                        <p:attrNameLst>
                                          <p:attrName>style.visibility</p:attrName>
                                        </p:attrNameLst>
                                      </p:cBhvr>
                                      <p:to>
                                        <p:strVal val="visible"/>
                                      </p:to>
                                    </p:set>
                                    <p:anim calcmode="lin" valueType="num">
                                      <p:cBhvr additive="base">
                                        <p:cTn id="12" dur="300"/>
                                        <p:tgtEl>
                                          <p:spTgt spid="53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36">
                                            <p:txEl>
                                              <p:pRg st="2" end="2"/>
                                            </p:txEl>
                                          </p:spTgt>
                                        </p:tgtEl>
                                        <p:attrNameLst>
                                          <p:attrName>style.visibility</p:attrName>
                                        </p:attrNameLst>
                                      </p:cBhvr>
                                      <p:to>
                                        <p:strVal val="visible"/>
                                      </p:to>
                                    </p:set>
                                    <p:anim calcmode="lin" valueType="num">
                                      <p:cBhvr additive="base">
                                        <p:cTn id="17" dur="300"/>
                                        <p:tgtEl>
                                          <p:spTgt spid="53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36">
                                            <p:txEl>
                                              <p:pRg st="3" end="3"/>
                                            </p:txEl>
                                          </p:spTgt>
                                        </p:tgtEl>
                                        <p:attrNameLst>
                                          <p:attrName>style.visibility</p:attrName>
                                        </p:attrNameLst>
                                      </p:cBhvr>
                                      <p:to>
                                        <p:strVal val="visible"/>
                                      </p:to>
                                    </p:set>
                                    <p:anim calcmode="lin" valueType="num">
                                      <p:cBhvr additive="base">
                                        <p:cTn id="22" dur="300"/>
                                        <p:tgtEl>
                                          <p:spTgt spid="53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36">
                                            <p:txEl>
                                              <p:pRg st="4" end="4"/>
                                            </p:txEl>
                                          </p:spTgt>
                                        </p:tgtEl>
                                        <p:attrNameLst>
                                          <p:attrName>style.visibility</p:attrName>
                                        </p:attrNameLst>
                                      </p:cBhvr>
                                      <p:to>
                                        <p:strVal val="visible"/>
                                      </p:to>
                                    </p:set>
                                    <p:anim calcmode="lin" valueType="num">
                                      <p:cBhvr additive="base">
                                        <p:cTn id="27" dur="300"/>
                                        <p:tgtEl>
                                          <p:spTgt spid="53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36">
                                            <p:txEl>
                                              <p:pRg st="5" end="5"/>
                                            </p:txEl>
                                          </p:spTgt>
                                        </p:tgtEl>
                                        <p:attrNameLst>
                                          <p:attrName>style.visibility</p:attrName>
                                        </p:attrNameLst>
                                      </p:cBhvr>
                                      <p:to>
                                        <p:strVal val="visible"/>
                                      </p:to>
                                    </p:set>
                                    <p:anim calcmode="lin" valueType="num">
                                      <p:cBhvr additive="base">
                                        <p:cTn id="32" dur="300"/>
                                        <p:tgtEl>
                                          <p:spTgt spid="53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36">
                                            <p:txEl>
                                              <p:pRg st="6" end="6"/>
                                            </p:txEl>
                                          </p:spTgt>
                                        </p:tgtEl>
                                        <p:attrNameLst>
                                          <p:attrName>style.visibility</p:attrName>
                                        </p:attrNameLst>
                                      </p:cBhvr>
                                      <p:to>
                                        <p:strVal val="visible"/>
                                      </p:to>
                                    </p:set>
                                    <p:anim calcmode="lin" valueType="num">
                                      <p:cBhvr additive="base">
                                        <p:cTn id="37" dur="300"/>
                                        <p:tgtEl>
                                          <p:spTgt spid="53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536">
                                            <p:txEl>
                                              <p:pRg st="7" end="7"/>
                                            </p:txEl>
                                          </p:spTgt>
                                        </p:tgtEl>
                                        <p:attrNameLst>
                                          <p:attrName>style.visibility</p:attrName>
                                        </p:attrNameLst>
                                      </p:cBhvr>
                                      <p:to>
                                        <p:strVal val="visible"/>
                                      </p:to>
                                    </p:set>
                                    <p:anim calcmode="lin" valueType="num">
                                      <p:cBhvr additive="base">
                                        <p:cTn id="42" dur="300"/>
                                        <p:tgtEl>
                                          <p:spTgt spid="53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536">
                                            <p:txEl>
                                              <p:pRg st="8" end="8"/>
                                            </p:txEl>
                                          </p:spTgt>
                                        </p:tgtEl>
                                        <p:attrNameLst>
                                          <p:attrName>style.visibility</p:attrName>
                                        </p:attrNameLst>
                                      </p:cBhvr>
                                      <p:to>
                                        <p:strVal val="visible"/>
                                      </p:to>
                                    </p:set>
                                    <p:anim calcmode="lin" valueType="num">
                                      <p:cBhvr additive="base">
                                        <p:cTn id="47" dur="300"/>
                                        <p:tgtEl>
                                          <p:spTgt spid="53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536">
                                            <p:txEl>
                                              <p:pRg st="9" end="9"/>
                                            </p:txEl>
                                          </p:spTgt>
                                        </p:tgtEl>
                                        <p:attrNameLst>
                                          <p:attrName>style.visibility</p:attrName>
                                        </p:attrNameLst>
                                      </p:cBhvr>
                                      <p:to>
                                        <p:strVal val="visible"/>
                                      </p:to>
                                    </p:set>
                                    <p:anim calcmode="lin" valueType="num">
                                      <p:cBhvr additive="base">
                                        <p:cTn id="52" dur="300"/>
                                        <p:tgtEl>
                                          <p:spTgt spid="536">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536">
                                            <p:txEl>
                                              <p:pRg st="10" end="10"/>
                                            </p:txEl>
                                          </p:spTgt>
                                        </p:tgtEl>
                                        <p:attrNameLst>
                                          <p:attrName>style.visibility</p:attrName>
                                        </p:attrNameLst>
                                      </p:cBhvr>
                                      <p:to>
                                        <p:strVal val="visible"/>
                                      </p:to>
                                    </p:set>
                                    <p:anim calcmode="lin" valueType="num">
                                      <p:cBhvr additive="base">
                                        <p:cTn id="57" dur="300"/>
                                        <p:tgtEl>
                                          <p:spTgt spid="536">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g27d2bce3ac4_1_15"/>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43" name="Google Shape;543;g27d2bce3ac4_1_15"/>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Spark Installation</a:t>
            </a:r>
            <a:endParaRPr sz="2400">
              <a:solidFill>
                <a:srgbClr val="FFFFFF"/>
              </a:solidFill>
            </a:endParaRPr>
          </a:p>
        </p:txBody>
      </p:sp>
      <p:sp>
        <p:nvSpPr>
          <p:cNvPr id="544" name="Google Shape;544;g27d2bce3ac4_1_15"/>
          <p:cNvSpPr txBox="1"/>
          <p:nvPr/>
        </p:nvSpPr>
        <p:spPr>
          <a:xfrm>
            <a:off x="155125" y="793450"/>
            <a:ext cx="8629500" cy="419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2000" b="1">
                <a:solidFill>
                  <a:srgbClr val="374151"/>
                </a:solidFill>
                <a:highlight>
                  <a:srgbClr val="FF9900"/>
                </a:highlight>
              </a:rPr>
              <a:t>Configuration:</a:t>
            </a:r>
            <a:endParaRPr sz="2000" b="1">
              <a:solidFill>
                <a:srgbClr val="374151"/>
              </a:solidFill>
              <a:highlight>
                <a:srgbClr val="FF9900"/>
              </a:highlight>
            </a:endParaRPr>
          </a:p>
          <a:p>
            <a:pPr marL="0" lvl="0" indent="0" algn="l" rtl="0">
              <a:lnSpc>
                <a:spcPct val="115000"/>
              </a:lnSpc>
              <a:spcBef>
                <a:spcPts val="0"/>
              </a:spcBef>
              <a:spcAft>
                <a:spcPts val="0"/>
              </a:spcAft>
              <a:buClr>
                <a:schemeClr val="dk1"/>
              </a:buClr>
              <a:buSzPts val="1100"/>
              <a:buFont typeface="Arial"/>
              <a:buNone/>
            </a:pPr>
            <a:endParaRPr sz="2000">
              <a:solidFill>
                <a:srgbClr val="374151"/>
              </a:solidFill>
              <a:highlight>
                <a:schemeClr val="lt1"/>
              </a:highlight>
            </a:endParaRPr>
          </a:p>
          <a:p>
            <a:pPr marL="457200" lvl="0" indent="-355600" algn="l" rtl="0">
              <a:lnSpc>
                <a:spcPct val="115000"/>
              </a:lnSpc>
              <a:spcBef>
                <a:spcPts val="0"/>
              </a:spcBef>
              <a:spcAft>
                <a:spcPts val="0"/>
              </a:spcAft>
              <a:buClr>
                <a:srgbClr val="374151"/>
              </a:buClr>
              <a:buSzPts val="2000"/>
              <a:buFont typeface="Roboto"/>
              <a:buChar char="●"/>
            </a:pPr>
            <a:r>
              <a:rPr lang="en" sz="2000">
                <a:solidFill>
                  <a:srgbClr val="374151"/>
                </a:solidFill>
                <a:highlight>
                  <a:schemeClr val="lt1"/>
                </a:highlight>
              </a:rPr>
              <a:t>Spark configuration settings are typically stored in the spark-defaults.conf and spark-env.sh files within the conf directory of your Spark installation. You may need to adjust these files to suit your specific requirements.</a:t>
            </a:r>
            <a:endParaRPr sz="2000">
              <a:solidFill>
                <a:srgbClr val="374151"/>
              </a:solidFill>
              <a:highlight>
                <a:schemeClr val="lt1"/>
              </a:highlight>
            </a:endParaRPr>
          </a:p>
          <a:p>
            <a:pPr marL="0" marR="0" lvl="0" indent="0" algn="l" rtl="0">
              <a:lnSpc>
                <a:spcPct val="115000"/>
              </a:lnSpc>
              <a:spcBef>
                <a:spcPts val="0"/>
              </a:spcBef>
              <a:spcAft>
                <a:spcPts val="0"/>
              </a:spcAft>
              <a:buClr>
                <a:srgbClr val="000000"/>
              </a:buClr>
              <a:buSzPts val="2000"/>
              <a:buFont typeface="Arial"/>
              <a:buNone/>
            </a:pPr>
            <a:endParaRPr sz="2000">
              <a:solidFill>
                <a:srgbClr val="1F1F1F"/>
              </a:solidFill>
              <a:highlight>
                <a:schemeClr val="lt1"/>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4">
                                            <p:txEl>
                                              <p:pRg st="0" end="0"/>
                                            </p:txEl>
                                          </p:spTgt>
                                        </p:tgtEl>
                                        <p:attrNameLst>
                                          <p:attrName>style.visibility</p:attrName>
                                        </p:attrNameLst>
                                      </p:cBhvr>
                                      <p:to>
                                        <p:strVal val="visible"/>
                                      </p:to>
                                    </p:set>
                                    <p:anim calcmode="lin" valueType="num">
                                      <p:cBhvr additive="base">
                                        <p:cTn id="7" dur="300"/>
                                        <p:tgtEl>
                                          <p:spTgt spid="54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44">
                                            <p:txEl>
                                              <p:pRg st="1" end="1"/>
                                            </p:txEl>
                                          </p:spTgt>
                                        </p:tgtEl>
                                        <p:attrNameLst>
                                          <p:attrName>style.visibility</p:attrName>
                                        </p:attrNameLst>
                                      </p:cBhvr>
                                      <p:to>
                                        <p:strVal val="visible"/>
                                      </p:to>
                                    </p:set>
                                    <p:anim calcmode="lin" valueType="num">
                                      <p:cBhvr additive="base">
                                        <p:cTn id="12" dur="300"/>
                                        <p:tgtEl>
                                          <p:spTgt spid="54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44">
                                            <p:txEl>
                                              <p:pRg st="2" end="2"/>
                                            </p:txEl>
                                          </p:spTgt>
                                        </p:tgtEl>
                                        <p:attrNameLst>
                                          <p:attrName>style.visibility</p:attrName>
                                        </p:attrNameLst>
                                      </p:cBhvr>
                                      <p:to>
                                        <p:strVal val="visible"/>
                                      </p:to>
                                    </p:set>
                                    <p:anim calcmode="lin" valueType="num">
                                      <p:cBhvr additive="base">
                                        <p:cTn id="17" dur="300"/>
                                        <p:tgtEl>
                                          <p:spTgt spid="54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44">
                                            <p:txEl>
                                              <p:pRg st="3" end="3"/>
                                            </p:txEl>
                                          </p:spTgt>
                                        </p:tgtEl>
                                        <p:attrNameLst>
                                          <p:attrName>style.visibility</p:attrName>
                                        </p:attrNameLst>
                                      </p:cBhvr>
                                      <p:to>
                                        <p:strVal val="visible"/>
                                      </p:to>
                                    </p:set>
                                    <p:anim calcmode="lin" valueType="num">
                                      <p:cBhvr additive="base">
                                        <p:cTn id="22" dur="300"/>
                                        <p:tgtEl>
                                          <p:spTgt spid="54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g27d2bce3ac4_1_6"/>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51" name="Google Shape;551;g27d2bce3ac4_1_6"/>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Spark Installation</a:t>
            </a:r>
            <a:endParaRPr sz="2400">
              <a:solidFill>
                <a:srgbClr val="FFFFFF"/>
              </a:solidFill>
            </a:endParaRPr>
          </a:p>
        </p:txBody>
      </p:sp>
      <p:sp>
        <p:nvSpPr>
          <p:cNvPr id="552" name="Google Shape;552;g27d2bce3ac4_1_6"/>
          <p:cNvSpPr txBox="1"/>
          <p:nvPr/>
        </p:nvSpPr>
        <p:spPr>
          <a:xfrm>
            <a:off x="155125" y="793450"/>
            <a:ext cx="8629500" cy="4193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 sz="2000" b="1">
                <a:solidFill>
                  <a:srgbClr val="374151"/>
                </a:solidFill>
                <a:highlight>
                  <a:srgbClr val="FF9900"/>
                </a:highlight>
              </a:rPr>
              <a:t>Start a Spark Cluster (Standalone Mode):</a:t>
            </a:r>
            <a:endParaRPr sz="2000" b="1">
              <a:solidFill>
                <a:srgbClr val="374151"/>
              </a:solidFill>
              <a:highlight>
                <a:srgbClr val="FF9900"/>
              </a:highlight>
            </a:endParaRPr>
          </a:p>
          <a:p>
            <a:pPr marL="0" marR="0" lvl="0" indent="0" algn="l" rtl="0">
              <a:lnSpc>
                <a:spcPct val="115000"/>
              </a:lnSpc>
              <a:spcBef>
                <a:spcPts val="0"/>
              </a:spcBef>
              <a:spcAft>
                <a:spcPts val="0"/>
              </a:spcAft>
              <a:buClr>
                <a:schemeClr val="dk1"/>
              </a:buClr>
              <a:buSzPts val="1100"/>
              <a:buFont typeface="Arial"/>
              <a:buNone/>
            </a:pPr>
            <a:endParaRPr sz="2000">
              <a:solidFill>
                <a:srgbClr val="374151"/>
              </a:solidFill>
              <a:highlight>
                <a:schemeClr val="lt1"/>
              </a:highlight>
            </a:endParaRPr>
          </a:p>
          <a:p>
            <a:pPr marL="457200" marR="0" lvl="0" indent="-355600" algn="l" rtl="0">
              <a:lnSpc>
                <a:spcPct val="115000"/>
              </a:lnSpc>
              <a:spcBef>
                <a:spcPts val="0"/>
              </a:spcBef>
              <a:spcAft>
                <a:spcPts val="0"/>
              </a:spcAft>
              <a:buClr>
                <a:srgbClr val="374151"/>
              </a:buClr>
              <a:buSzPts val="2000"/>
              <a:buChar char="●"/>
            </a:pPr>
            <a:r>
              <a:rPr lang="en" sz="2000">
                <a:solidFill>
                  <a:srgbClr val="374151"/>
                </a:solidFill>
                <a:highlight>
                  <a:schemeClr val="lt1"/>
                </a:highlight>
              </a:rPr>
              <a:t>You can start a local Spark cluster for testing and development purposes using the following command:</a:t>
            </a:r>
            <a:endParaRPr sz="2000">
              <a:solidFill>
                <a:srgbClr val="374151"/>
              </a:solidFill>
              <a:highlight>
                <a:schemeClr val="lt1"/>
              </a:highlight>
            </a:endParaRPr>
          </a:p>
          <a:p>
            <a:pPr marL="457200" marR="0" lvl="0" indent="0" algn="l" rtl="0">
              <a:lnSpc>
                <a:spcPct val="115000"/>
              </a:lnSpc>
              <a:spcBef>
                <a:spcPts val="0"/>
              </a:spcBef>
              <a:spcAft>
                <a:spcPts val="0"/>
              </a:spcAft>
              <a:buNone/>
            </a:pPr>
            <a:endParaRPr sz="2000">
              <a:solidFill>
                <a:srgbClr val="374151"/>
              </a:solidFill>
              <a:highlight>
                <a:schemeClr val="lt1"/>
              </a:highlight>
            </a:endParaRPr>
          </a:p>
          <a:p>
            <a:pPr marL="0" lvl="0" indent="0" algn="l" rtl="0">
              <a:lnSpc>
                <a:spcPct val="115000"/>
              </a:lnSpc>
              <a:spcBef>
                <a:spcPts val="0"/>
              </a:spcBef>
              <a:spcAft>
                <a:spcPts val="0"/>
              </a:spcAft>
              <a:buNone/>
            </a:pPr>
            <a:r>
              <a:rPr lang="en" sz="2000">
                <a:solidFill>
                  <a:srgbClr val="DF3079"/>
                </a:solidFill>
                <a:highlight>
                  <a:schemeClr val="dk1"/>
                </a:highlight>
              </a:rPr>
              <a:t>$SPARK_HOME</a:t>
            </a:r>
            <a:r>
              <a:rPr lang="en" sz="2000">
                <a:solidFill>
                  <a:srgbClr val="FFFFFF"/>
                </a:solidFill>
                <a:highlight>
                  <a:schemeClr val="dk1"/>
                </a:highlight>
              </a:rPr>
              <a:t>/sbin/start-all.sh</a:t>
            </a:r>
            <a:endParaRPr sz="2000">
              <a:solidFill>
                <a:srgbClr val="FFFFFF"/>
              </a:solidFill>
              <a:highlight>
                <a:schemeClr val="dk1"/>
              </a:highlight>
            </a:endParaRPr>
          </a:p>
          <a:p>
            <a:pPr marL="0" lvl="0" indent="0" algn="l" rtl="0">
              <a:lnSpc>
                <a:spcPct val="115000"/>
              </a:lnSpc>
              <a:spcBef>
                <a:spcPts val="0"/>
              </a:spcBef>
              <a:spcAft>
                <a:spcPts val="0"/>
              </a:spcAft>
              <a:buNone/>
            </a:pPr>
            <a:endParaRPr sz="2000">
              <a:solidFill>
                <a:srgbClr val="FFFFFF"/>
              </a:solidFill>
              <a:highlight>
                <a:schemeClr val="dk1"/>
              </a:highlight>
            </a:endParaRPr>
          </a:p>
          <a:p>
            <a:pPr marL="457200" marR="0" lvl="0" indent="-355600" algn="l" rtl="0">
              <a:lnSpc>
                <a:spcPct val="115000"/>
              </a:lnSpc>
              <a:spcBef>
                <a:spcPts val="0"/>
              </a:spcBef>
              <a:spcAft>
                <a:spcPts val="0"/>
              </a:spcAft>
              <a:buClr>
                <a:srgbClr val="374151"/>
              </a:buClr>
              <a:buSzPts val="2000"/>
              <a:buChar char="●"/>
            </a:pPr>
            <a:r>
              <a:rPr lang="en" sz="2000">
                <a:solidFill>
                  <a:srgbClr val="374151"/>
                </a:solidFill>
                <a:highlight>
                  <a:schemeClr val="lt1"/>
                </a:highlight>
              </a:rPr>
              <a:t>This command starts the master and worker nodes on your local machine.</a:t>
            </a:r>
            <a:endParaRPr sz="2000">
              <a:solidFill>
                <a:srgbClr val="374151"/>
              </a:solidFill>
              <a:highlight>
                <a:schemeClr val="lt1"/>
              </a:highlight>
            </a:endParaRPr>
          </a:p>
          <a:p>
            <a:pPr marL="0" marR="0" lvl="0" indent="0" algn="l" rtl="0">
              <a:lnSpc>
                <a:spcPct val="115000"/>
              </a:lnSpc>
              <a:spcBef>
                <a:spcPts val="0"/>
              </a:spcBef>
              <a:spcAft>
                <a:spcPts val="0"/>
              </a:spcAft>
              <a:buNone/>
            </a:pPr>
            <a:endParaRPr sz="1050">
              <a:solidFill>
                <a:srgbClr val="FFFFFF"/>
              </a:solidFill>
              <a:highlight>
                <a:schemeClr val="dk1"/>
              </a:highlight>
              <a:latin typeface="Courier New"/>
              <a:ea typeface="Courier New"/>
              <a:cs typeface="Courier New"/>
              <a:sym typeface="Courier New"/>
            </a:endParaRPr>
          </a:p>
          <a:p>
            <a:pPr marL="0" marR="0" lvl="0" indent="0" algn="l" rtl="0">
              <a:lnSpc>
                <a:spcPct val="115000"/>
              </a:lnSpc>
              <a:spcBef>
                <a:spcPts val="0"/>
              </a:spcBef>
              <a:spcAft>
                <a:spcPts val="0"/>
              </a:spcAft>
              <a:buNone/>
            </a:pPr>
            <a:endParaRPr sz="1050">
              <a:solidFill>
                <a:srgbClr val="FFFFFF"/>
              </a:solidFill>
              <a:highlight>
                <a:schemeClr val="dk1"/>
              </a:highlight>
              <a:latin typeface="Courier New"/>
              <a:ea typeface="Courier New"/>
              <a:cs typeface="Courier New"/>
              <a:sym typeface="Courier New"/>
            </a:endParaRPr>
          </a:p>
          <a:p>
            <a:pPr marL="0" marR="0" lvl="0" indent="0" algn="l" rtl="0">
              <a:lnSpc>
                <a:spcPct val="115000"/>
              </a:lnSpc>
              <a:spcBef>
                <a:spcPts val="0"/>
              </a:spcBef>
              <a:spcAft>
                <a:spcPts val="0"/>
              </a:spcAft>
              <a:buNone/>
            </a:pPr>
            <a:endParaRPr sz="1050">
              <a:solidFill>
                <a:srgbClr val="FFFFFF"/>
              </a:solidFill>
              <a:highlight>
                <a:schemeClr val="dk1"/>
              </a:highlight>
              <a:latin typeface="Courier New"/>
              <a:ea typeface="Courier New"/>
              <a:cs typeface="Courier New"/>
              <a:sym typeface="Courier New"/>
            </a:endParaRPr>
          </a:p>
          <a:p>
            <a:pPr marL="0" marR="0" lvl="0" indent="0" algn="l" rtl="0">
              <a:lnSpc>
                <a:spcPct val="115000"/>
              </a:lnSpc>
              <a:spcBef>
                <a:spcPts val="0"/>
              </a:spcBef>
              <a:spcAft>
                <a:spcPts val="0"/>
              </a:spcAft>
              <a:buClr>
                <a:srgbClr val="000000"/>
              </a:buClr>
              <a:buSzPts val="2000"/>
              <a:buFont typeface="Arial"/>
              <a:buNone/>
            </a:pPr>
            <a:endParaRPr sz="2000">
              <a:solidFill>
                <a:srgbClr val="374151"/>
              </a:solidFill>
              <a:highlight>
                <a:schemeClr val="lt1"/>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52">
                                            <p:txEl>
                                              <p:pRg st="0" end="0"/>
                                            </p:txEl>
                                          </p:spTgt>
                                        </p:tgtEl>
                                        <p:attrNameLst>
                                          <p:attrName>style.visibility</p:attrName>
                                        </p:attrNameLst>
                                      </p:cBhvr>
                                      <p:to>
                                        <p:strVal val="visible"/>
                                      </p:to>
                                    </p:set>
                                    <p:anim calcmode="lin" valueType="num">
                                      <p:cBhvr additive="base">
                                        <p:cTn id="7" dur="300"/>
                                        <p:tgtEl>
                                          <p:spTgt spid="55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52">
                                            <p:txEl>
                                              <p:pRg st="1" end="1"/>
                                            </p:txEl>
                                          </p:spTgt>
                                        </p:tgtEl>
                                        <p:attrNameLst>
                                          <p:attrName>style.visibility</p:attrName>
                                        </p:attrNameLst>
                                      </p:cBhvr>
                                      <p:to>
                                        <p:strVal val="visible"/>
                                      </p:to>
                                    </p:set>
                                    <p:anim calcmode="lin" valueType="num">
                                      <p:cBhvr additive="base">
                                        <p:cTn id="12" dur="300"/>
                                        <p:tgtEl>
                                          <p:spTgt spid="55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52">
                                            <p:txEl>
                                              <p:pRg st="2" end="2"/>
                                            </p:txEl>
                                          </p:spTgt>
                                        </p:tgtEl>
                                        <p:attrNameLst>
                                          <p:attrName>style.visibility</p:attrName>
                                        </p:attrNameLst>
                                      </p:cBhvr>
                                      <p:to>
                                        <p:strVal val="visible"/>
                                      </p:to>
                                    </p:set>
                                    <p:anim calcmode="lin" valueType="num">
                                      <p:cBhvr additive="base">
                                        <p:cTn id="17" dur="300"/>
                                        <p:tgtEl>
                                          <p:spTgt spid="55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52">
                                            <p:txEl>
                                              <p:pRg st="3" end="3"/>
                                            </p:txEl>
                                          </p:spTgt>
                                        </p:tgtEl>
                                        <p:attrNameLst>
                                          <p:attrName>style.visibility</p:attrName>
                                        </p:attrNameLst>
                                      </p:cBhvr>
                                      <p:to>
                                        <p:strVal val="visible"/>
                                      </p:to>
                                    </p:set>
                                    <p:anim calcmode="lin" valueType="num">
                                      <p:cBhvr additive="base">
                                        <p:cTn id="22" dur="300"/>
                                        <p:tgtEl>
                                          <p:spTgt spid="55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52">
                                            <p:txEl>
                                              <p:pRg st="4" end="4"/>
                                            </p:txEl>
                                          </p:spTgt>
                                        </p:tgtEl>
                                        <p:attrNameLst>
                                          <p:attrName>style.visibility</p:attrName>
                                        </p:attrNameLst>
                                      </p:cBhvr>
                                      <p:to>
                                        <p:strVal val="visible"/>
                                      </p:to>
                                    </p:set>
                                    <p:anim calcmode="lin" valueType="num">
                                      <p:cBhvr additive="base">
                                        <p:cTn id="27" dur="300"/>
                                        <p:tgtEl>
                                          <p:spTgt spid="55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52">
                                            <p:txEl>
                                              <p:pRg st="5" end="5"/>
                                            </p:txEl>
                                          </p:spTgt>
                                        </p:tgtEl>
                                        <p:attrNameLst>
                                          <p:attrName>style.visibility</p:attrName>
                                        </p:attrNameLst>
                                      </p:cBhvr>
                                      <p:to>
                                        <p:strVal val="visible"/>
                                      </p:to>
                                    </p:set>
                                    <p:anim calcmode="lin" valueType="num">
                                      <p:cBhvr additive="base">
                                        <p:cTn id="32" dur="300"/>
                                        <p:tgtEl>
                                          <p:spTgt spid="55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52">
                                            <p:txEl>
                                              <p:pRg st="6" end="6"/>
                                            </p:txEl>
                                          </p:spTgt>
                                        </p:tgtEl>
                                        <p:attrNameLst>
                                          <p:attrName>style.visibility</p:attrName>
                                        </p:attrNameLst>
                                      </p:cBhvr>
                                      <p:to>
                                        <p:strVal val="visible"/>
                                      </p:to>
                                    </p:set>
                                    <p:anim calcmode="lin" valueType="num">
                                      <p:cBhvr additive="base">
                                        <p:cTn id="37" dur="300"/>
                                        <p:tgtEl>
                                          <p:spTgt spid="55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552">
                                            <p:txEl>
                                              <p:pRg st="7" end="7"/>
                                            </p:txEl>
                                          </p:spTgt>
                                        </p:tgtEl>
                                        <p:attrNameLst>
                                          <p:attrName>style.visibility</p:attrName>
                                        </p:attrNameLst>
                                      </p:cBhvr>
                                      <p:to>
                                        <p:strVal val="visible"/>
                                      </p:to>
                                    </p:set>
                                    <p:anim calcmode="lin" valueType="num">
                                      <p:cBhvr additive="base">
                                        <p:cTn id="42" dur="300"/>
                                        <p:tgtEl>
                                          <p:spTgt spid="55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552">
                                            <p:txEl>
                                              <p:pRg st="8" end="8"/>
                                            </p:txEl>
                                          </p:spTgt>
                                        </p:tgtEl>
                                        <p:attrNameLst>
                                          <p:attrName>style.visibility</p:attrName>
                                        </p:attrNameLst>
                                      </p:cBhvr>
                                      <p:to>
                                        <p:strVal val="visible"/>
                                      </p:to>
                                    </p:set>
                                    <p:anim calcmode="lin" valueType="num">
                                      <p:cBhvr additive="base">
                                        <p:cTn id="47" dur="300"/>
                                        <p:tgtEl>
                                          <p:spTgt spid="55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552">
                                            <p:txEl>
                                              <p:pRg st="9" end="9"/>
                                            </p:txEl>
                                          </p:spTgt>
                                        </p:tgtEl>
                                        <p:attrNameLst>
                                          <p:attrName>style.visibility</p:attrName>
                                        </p:attrNameLst>
                                      </p:cBhvr>
                                      <p:to>
                                        <p:strVal val="visible"/>
                                      </p:to>
                                    </p:set>
                                    <p:anim calcmode="lin" valueType="num">
                                      <p:cBhvr additive="base">
                                        <p:cTn id="52" dur="300"/>
                                        <p:tgtEl>
                                          <p:spTgt spid="55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552">
                                            <p:txEl>
                                              <p:pRg st="10" end="10"/>
                                            </p:txEl>
                                          </p:spTgt>
                                        </p:tgtEl>
                                        <p:attrNameLst>
                                          <p:attrName>style.visibility</p:attrName>
                                        </p:attrNameLst>
                                      </p:cBhvr>
                                      <p:to>
                                        <p:strVal val="visible"/>
                                      </p:to>
                                    </p:set>
                                    <p:anim calcmode="lin" valueType="num">
                                      <p:cBhvr additive="base">
                                        <p:cTn id="57" dur="300"/>
                                        <p:tgtEl>
                                          <p:spTgt spid="552">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g27d2bce3ac4_1_26"/>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59" name="Google Shape;559;g27d2bce3ac4_1_26"/>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Spark Installation</a:t>
            </a:r>
            <a:endParaRPr sz="2400">
              <a:solidFill>
                <a:srgbClr val="FFFFFF"/>
              </a:solidFill>
            </a:endParaRPr>
          </a:p>
        </p:txBody>
      </p:sp>
      <p:sp>
        <p:nvSpPr>
          <p:cNvPr id="560" name="Google Shape;560;g27d2bce3ac4_1_26"/>
          <p:cNvSpPr txBox="1"/>
          <p:nvPr/>
        </p:nvSpPr>
        <p:spPr>
          <a:xfrm>
            <a:off x="155125" y="793450"/>
            <a:ext cx="8629500" cy="4193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2000" b="1">
                <a:solidFill>
                  <a:srgbClr val="374151"/>
                </a:solidFill>
                <a:highlight>
                  <a:srgbClr val="FF9900"/>
                </a:highlight>
              </a:rPr>
              <a:t>Verify Installation:</a:t>
            </a:r>
            <a:endParaRPr sz="2000" b="1">
              <a:solidFill>
                <a:srgbClr val="374151"/>
              </a:solidFill>
              <a:highlight>
                <a:srgbClr val="FF9900"/>
              </a:highlight>
            </a:endParaRPr>
          </a:p>
          <a:p>
            <a:pPr marL="0" marR="0" lvl="0" indent="0" algn="l" rtl="0">
              <a:lnSpc>
                <a:spcPct val="115000"/>
              </a:lnSpc>
              <a:spcBef>
                <a:spcPts val="0"/>
              </a:spcBef>
              <a:spcAft>
                <a:spcPts val="0"/>
              </a:spcAft>
              <a:buClr>
                <a:schemeClr val="dk1"/>
              </a:buClr>
              <a:buSzPts val="1100"/>
              <a:buFont typeface="Arial"/>
              <a:buNone/>
            </a:pPr>
            <a:endParaRPr sz="2000">
              <a:solidFill>
                <a:srgbClr val="374151"/>
              </a:solidFill>
              <a:highlight>
                <a:schemeClr val="lt1"/>
              </a:highlight>
            </a:endParaRPr>
          </a:p>
          <a:p>
            <a:pPr marL="457200" marR="0" lvl="0" indent="-355600" algn="l" rtl="0">
              <a:lnSpc>
                <a:spcPct val="115000"/>
              </a:lnSpc>
              <a:spcBef>
                <a:spcPts val="0"/>
              </a:spcBef>
              <a:spcAft>
                <a:spcPts val="0"/>
              </a:spcAft>
              <a:buClr>
                <a:srgbClr val="374151"/>
              </a:buClr>
              <a:buSzPts val="2000"/>
              <a:buChar char="●"/>
            </a:pPr>
            <a:r>
              <a:rPr lang="en" sz="2000">
                <a:solidFill>
                  <a:srgbClr val="374151"/>
                </a:solidFill>
                <a:highlight>
                  <a:schemeClr val="lt1"/>
                </a:highlight>
              </a:rPr>
              <a:t>Open a terminal and run the following command to open the Spark shell:</a:t>
            </a:r>
            <a:endParaRPr sz="2000">
              <a:solidFill>
                <a:srgbClr val="374151"/>
              </a:solidFill>
              <a:highlight>
                <a:schemeClr val="lt1"/>
              </a:highlight>
            </a:endParaRPr>
          </a:p>
          <a:p>
            <a:pPr marL="0" marR="0" lvl="0" indent="0" algn="l" rtl="0">
              <a:lnSpc>
                <a:spcPct val="115000"/>
              </a:lnSpc>
              <a:spcBef>
                <a:spcPts val="0"/>
              </a:spcBef>
              <a:spcAft>
                <a:spcPts val="0"/>
              </a:spcAft>
              <a:buNone/>
            </a:pPr>
            <a:endParaRPr sz="2000">
              <a:solidFill>
                <a:srgbClr val="374151"/>
              </a:solidFill>
              <a:highlight>
                <a:schemeClr val="lt1"/>
              </a:highlight>
            </a:endParaRPr>
          </a:p>
          <a:p>
            <a:pPr marL="0" marR="0" lvl="0" indent="0" algn="l" rtl="0">
              <a:lnSpc>
                <a:spcPct val="115000"/>
              </a:lnSpc>
              <a:spcBef>
                <a:spcPts val="0"/>
              </a:spcBef>
              <a:spcAft>
                <a:spcPts val="0"/>
              </a:spcAft>
              <a:buNone/>
            </a:pPr>
            <a:r>
              <a:rPr lang="en" sz="2000">
                <a:solidFill>
                  <a:srgbClr val="FFFFFF"/>
                </a:solidFill>
                <a:highlight>
                  <a:schemeClr val="dk1"/>
                </a:highlight>
              </a:rPr>
              <a:t>Spark-shell</a:t>
            </a:r>
            <a:endParaRPr sz="2000">
              <a:solidFill>
                <a:srgbClr val="FFFFFF"/>
              </a:solidFill>
              <a:highlight>
                <a:schemeClr val="dk1"/>
              </a:highlight>
            </a:endParaRPr>
          </a:p>
          <a:p>
            <a:pPr marL="0" marR="0" lvl="0" indent="0" algn="l" rtl="0">
              <a:lnSpc>
                <a:spcPct val="115000"/>
              </a:lnSpc>
              <a:spcBef>
                <a:spcPts val="0"/>
              </a:spcBef>
              <a:spcAft>
                <a:spcPts val="0"/>
              </a:spcAft>
              <a:buNone/>
            </a:pPr>
            <a:endParaRPr sz="2000">
              <a:solidFill>
                <a:srgbClr val="FFFFFF"/>
              </a:solidFill>
              <a:highlight>
                <a:schemeClr val="dk1"/>
              </a:highlight>
            </a:endParaRPr>
          </a:p>
          <a:p>
            <a:pPr marL="457200" marR="0" lvl="0" indent="-355600" algn="l" rtl="0">
              <a:lnSpc>
                <a:spcPct val="115000"/>
              </a:lnSpc>
              <a:spcBef>
                <a:spcPts val="0"/>
              </a:spcBef>
              <a:spcAft>
                <a:spcPts val="0"/>
              </a:spcAft>
              <a:buClr>
                <a:srgbClr val="374151"/>
              </a:buClr>
              <a:buSzPts val="2000"/>
              <a:buChar char="●"/>
            </a:pPr>
            <a:r>
              <a:rPr lang="en" sz="2000">
                <a:solidFill>
                  <a:srgbClr val="374151"/>
                </a:solidFill>
                <a:highlight>
                  <a:schemeClr val="lt1"/>
                </a:highlight>
              </a:rPr>
              <a:t>You should see the Spark shell prompt, indicating that Spark is running.</a:t>
            </a:r>
            <a:endParaRPr sz="2000">
              <a:solidFill>
                <a:srgbClr val="374151"/>
              </a:solidFill>
              <a:highlight>
                <a:schemeClr val="lt1"/>
              </a:highlight>
            </a:endParaRPr>
          </a:p>
          <a:p>
            <a:pPr marL="0" marR="0" lvl="0" indent="0" algn="l" rtl="0">
              <a:lnSpc>
                <a:spcPct val="115000"/>
              </a:lnSpc>
              <a:spcBef>
                <a:spcPts val="0"/>
              </a:spcBef>
              <a:spcAft>
                <a:spcPts val="0"/>
              </a:spcAft>
              <a:buClr>
                <a:srgbClr val="000000"/>
              </a:buClr>
              <a:buSzPts val="2000"/>
              <a:buFont typeface="Arial"/>
              <a:buNone/>
            </a:pPr>
            <a:endParaRPr sz="2000">
              <a:solidFill>
                <a:srgbClr val="374151"/>
              </a:solidFill>
              <a:highlight>
                <a:schemeClr val="lt1"/>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60">
                                            <p:txEl>
                                              <p:pRg st="0" end="0"/>
                                            </p:txEl>
                                          </p:spTgt>
                                        </p:tgtEl>
                                        <p:attrNameLst>
                                          <p:attrName>style.visibility</p:attrName>
                                        </p:attrNameLst>
                                      </p:cBhvr>
                                      <p:to>
                                        <p:strVal val="visible"/>
                                      </p:to>
                                    </p:set>
                                    <p:anim calcmode="lin" valueType="num">
                                      <p:cBhvr additive="base">
                                        <p:cTn id="7" dur="300"/>
                                        <p:tgtEl>
                                          <p:spTgt spid="56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60">
                                            <p:txEl>
                                              <p:pRg st="1" end="1"/>
                                            </p:txEl>
                                          </p:spTgt>
                                        </p:tgtEl>
                                        <p:attrNameLst>
                                          <p:attrName>style.visibility</p:attrName>
                                        </p:attrNameLst>
                                      </p:cBhvr>
                                      <p:to>
                                        <p:strVal val="visible"/>
                                      </p:to>
                                    </p:set>
                                    <p:anim calcmode="lin" valueType="num">
                                      <p:cBhvr additive="base">
                                        <p:cTn id="12" dur="300"/>
                                        <p:tgtEl>
                                          <p:spTgt spid="56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60">
                                            <p:txEl>
                                              <p:pRg st="2" end="2"/>
                                            </p:txEl>
                                          </p:spTgt>
                                        </p:tgtEl>
                                        <p:attrNameLst>
                                          <p:attrName>style.visibility</p:attrName>
                                        </p:attrNameLst>
                                      </p:cBhvr>
                                      <p:to>
                                        <p:strVal val="visible"/>
                                      </p:to>
                                    </p:set>
                                    <p:anim calcmode="lin" valueType="num">
                                      <p:cBhvr additive="base">
                                        <p:cTn id="17" dur="300"/>
                                        <p:tgtEl>
                                          <p:spTgt spid="56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60">
                                            <p:txEl>
                                              <p:pRg st="3" end="3"/>
                                            </p:txEl>
                                          </p:spTgt>
                                        </p:tgtEl>
                                        <p:attrNameLst>
                                          <p:attrName>style.visibility</p:attrName>
                                        </p:attrNameLst>
                                      </p:cBhvr>
                                      <p:to>
                                        <p:strVal val="visible"/>
                                      </p:to>
                                    </p:set>
                                    <p:anim calcmode="lin" valueType="num">
                                      <p:cBhvr additive="base">
                                        <p:cTn id="22" dur="300"/>
                                        <p:tgtEl>
                                          <p:spTgt spid="56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60">
                                            <p:txEl>
                                              <p:pRg st="4" end="4"/>
                                            </p:txEl>
                                          </p:spTgt>
                                        </p:tgtEl>
                                        <p:attrNameLst>
                                          <p:attrName>style.visibility</p:attrName>
                                        </p:attrNameLst>
                                      </p:cBhvr>
                                      <p:to>
                                        <p:strVal val="visible"/>
                                      </p:to>
                                    </p:set>
                                    <p:anim calcmode="lin" valueType="num">
                                      <p:cBhvr additive="base">
                                        <p:cTn id="27" dur="300"/>
                                        <p:tgtEl>
                                          <p:spTgt spid="56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60">
                                            <p:txEl>
                                              <p:pRg st="5" end="5"/>
                                            </p:txEl>
                                          </p:spTgt>
                                        </p:tgtEl>
                                        <p:attrNameLst>
                                          <p:attrName>style.visibility</p:attrName>
                                        </p:attrNameLst>
                                      </p:cBhvr>
                                      <p:to>
                                        <p:strVal val="visible"/>
                                      </p:to>
                                    </p:set>
                                    <p:anim calcmode="lin" valueType="num">
                                      <p:cBhvr additive="base">
                                        <p:cTn id="32" dur="300"/>
                                        <p:tgtEl>
                                          <p:spTgt spid="56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60">
                                            <p:txEl>
                                              <p:pRg st="6" end="6"/>
                                            </p:txEl>
                                          </p:spTgt>
                                        </p:tgtEl>
                                        <p:attrNameLst>
                                          <p:attrName>style.visibility</p:attrName>
                                        </p:attrNameLst>
                                      </p:cBhvr>
                                      <p:to>
                                        <p:strVal val="visible"/>
                                      </p:to>
                                    </p:set>
                                    <p:anim calcmode="lin" valueType="num">
                                      <p:cBhvr additive="base">
                                        <p:cTn id="37" dur="300"/>
                                        <p:tgtEl>
                                          <p:spTgt spid="56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560">
                                            <p:txEl>
                                              <p:pRg st="7" end="7"/>
                                            </p:txEl>
                                          </p:spTgt>
                                        </p:tgtEl>
                                        <p:attrNameLst>
                                          <p:attrName>style.visibility</p:attrName>
                                        </p:attrNameLst>
                                      </p:cBhvr>
                                      <p:to>
                                        <p:strVal val="visible"/>
                                      </p:to>
                                    </p:set>
                                    <p:anim calcmode="lin" valueType="num">
                                      <p:cBhvr additive="base">
                                        <p:cTn id="42" dur="300"/>
                                        <p:tgtEl>
                                          <p:spTgt spid="560">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g27d2bce3ac4_1_37"/>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67" name="Google Shape;567;g27d2bce3ac4_1_37"/>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Spark Installation</a:t>
            </a:r>
            <a:endParaRPr sz="2400">
              <a:solidFill>
                <a:srgbClr val="FFFFFF"/>
              </a:solidFill>
            </a:endParaRPr>
          </a:p>
        </p:txBody>
      </p:sp>
      <p:sp>
        <p:nvSpPr>
          <p:cNvPr id="568" name="Google Shape;568;g27d2bce3ac4_1_37"/>
          <p:cNvSpPr txBox="1"/>
          <p:nvPr/>
        </p:nvSpPr>
        <p:spPr>
          <a:xfrm>
            <a:off x="155125" y="793450"/>
            <a:ext cx="8629500" cy="4193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 sz="2000" b="1">
                <a:solidFill>
                  <a:srgbClr val="374151"/>
                </a:solidFill>
                <a:highlight>
                  <a:srgbClr val="FF9900"/>
                </a:highlight>
              </a:rPr>
              <a:t>Stop the Spark Cluster (Standalone Mode):</a:t>
            </a:r>
            <a:endParaRPr sz="2000" b="1">
              <a:solidFill>
                <a:srgbClr val="374151"/>
              </a:solidFill>
              <a:highlight>
                <a:srgbClr val="FF9900"/>
              </a:highlight>
            </a:endParaRPr>
          </a:p>
          <a:p>
            <a:pPr marL="0" marR="0" lvl="0" indent="0" algn="l" rtl="0">
              <a:lnSpc>
                <a:spcPct val="115000"/>
              </a:lnSpc>
              <a:spcBef>
                <a:spcPts val="0"/>
              </a:spcBef>
              <a:spcAft>
                <a:spcPts val="0"/>
              </a:spcAft>
              <a:buClr>
                <a:schemeClr val="dk1"/>
              </a:buClr>
              <a:buSzPts val="1100"/>
              <a:buFont typeface="Arial"/>
              <a:buNone/>
            </a:pPr>
            <a:endParaRPr sz="2000">
              <a:solidFill>
                <a:srgbClr val="374151"/>
              </a:solidFill>
              <a:highlight>
                <a:srgbClr val="FF9900"/>
              </a:highlight>
            </a:endParaRPr>
          </a:p>
          <a:p>
            <a:pPr marL="457200" marR="0" lvl="0" indent="-355600" algn="l" rtl="0">
              <a:lnSpc>
                <a:spcPct val="115000"/>
              </a:lnSpc>
              <a:spcBef>
                <a:spcPts val="0"/>
              </a:spcBef>
              <a:spcAft>
                <a:spcPts val="0"/>
              </a:spcAft>
              <a:buClr>
                <a:srgbClr val="374151"/>
              </a:buClr>
              <a:buSzPts val="2000"/>
              <a:buChar char="●"/>
            </a:pPr>
            <a:r>
              <a:rPr lang="en" sz="2000">
                <a:solidFill>
                  <a:srgbClr val="374151"/>
                </a:solidFill>
                <a:highlight>
                  <a:schemeClr val="lt1"/>
                </a:highlight>
              </a:rPr>
              <a:t>After you're done using Spark, you can stop the local cluster using the following command:</a:t>
            </a:r>
            <a:endParaRPr sz="2000">
              <a:solidFill>
                <a:srgbClr val="374151"/>
              </a:solidFill>
              <a:highlight>
                <a:schemeClr val="lt1"/>
              </a:highlight>
            </a:endParaRPr>
          </a:p>
          <a:p>
            <a:pPr marL="457200" marR="0" lvl="0" indent="0" algn="l" rtl="0">
              <a:lnSpc>
                <a:spcPct val="115000"/>
              </a:lnSpc>
              <a:spcBef>
                <a:spcPts val="0"/>
              </a:spcBef>
              <a:spcAft>
                <a:spcPts val="0"/>
              </a:spcAft>
              <a:buNone/>
            </a:pPr>
            <a:endParaRPr sz="2000">
              <a:solidFill>
                <a:srgbClr val="374151"/>
              </a:solidFill>
              <a:highlight>
                <a:schemeClr val="lt1"/>
              </a:highlight>
            </a:endParaRPr>
          </a:p>
          <a:p>
            <a:pPr marL="0" marR="0" lvl="0" indent="0" algn="l" rtl="0">
              <a:lnSpc>
                <a:spcPct val="115000"/>
              </a:lnSpc>
              <a:spcBef>
                <a:spcPts val="0"/>
              </a:spcBef>
              <a:spcAft>
                <a:spcPts val="0"/>
              </a:spcAft>
              <a:buNone/>
            </a:pPr>
            <a:r>
              <a:rPr lang="en" sz="2000">
                <a:solidFill>
                  <a:srgbClr val="DF3079"/>
                </a:solidFill>
                <a:highlight>
                  <a:schemeClr val="dk1"/>
                </a:highlight>
              </a:rPr>
              <a:t>$SPARK_HOME</a:t>
            </a:r>
            <a:r>
              <a:rPr lang="en" sz="2000">
                <a:solidFill>
                  <a:srgbClr val="FFFFFF"/>
                </a:solidFill>
                <a:highlight>
                  <a:schemeClr val="dk1"/>
                </a:highlight>
              </a:rPr>
              <a:t>/sbin/stop-all.sh</a:t>
            </a:r>
            <a:endParaRPr sz="2000">
              <a:solidFill>
                <a:srgbClr val="374151"/>
              </a:solidFill>
              <a:highlight>
                <a:schemeClr val="lt1"/>
              </a:highlight>
            </a:endParaRPr>
          </a:p>
          <a:p>
            <a:pPr marL="0" marR="0" lvl="0" indent="0" algn="l" rtl="0">
              <a:lnSpc>
                <a:spcPct val="115000"/>
              </a:lnSpc>
              <a:spcBef>
                <a:spcPts val="0"/>
              </a:spcBef>
              <a:spcAft>
                <a:spcPts val="0"/>
              </a:spcAft>
              <a:buClr>
                <a:srgbClr val="000000"/>
              </a:buClr>
              <a:buSzPts val="2000"/>
              <a:buFont typeface="Arial"/>
              <a:buNone/>
            </a:pPr>
            <a:endParaRPr sz="2000">
              <a:solidFill>
                <a:srgbClr val="374151"/>
              </a:solidFill>
              <a:highlight>
                <a:srgbClr val="FF99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68">
                                            <p:txEl>
                                              <p:pRg st="0" end="0"/>
                                            </p:txEl>
                                          </p:spTgt>
                                        </p:tgtEl>
                                        <p:attrNameLst>
                                          <p:attrName>style.visibility</p:attrName>
                                        </p:attrNameLst>
                                      </p:cBhvr>
                                      <p:to>
                                        <p:strVal val="visible"/>
                                      </p:to>
                                    </p:set>
                                    <p:anim calcmode="lin" valueType="num">
                                      <p:cBhvr additive="base">
                                        <p:cTn id="7" dur="300"/>
                                        <p:tgtEl>
                                          <p:spTgt spid="56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68">
                                            <p:txEl>
                                              <p:pRg st="1" end="1"/>
                                            </p:txEl>
                                          </p:spTgt>
                                        </p:tgtEl>
                                        <p:attrNameLst>
                                          <p:attrName>style.visibility</p:attrName>
                                        </p:attrNameLst>
                                      </p:cBhvr>
                                      <p:to>
                                        <p:strVal val="visible"/>
                                      </p:to>
                                    </p:set>
                                    <p:anim calcmode="lin" valueType="num">
                                      <p:cBhvr additive="base">
                                        <p:cTn id="12" dur="300"/>
                                        <p:tgtEl>
                                          <p:spTgt spid="56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68">
                                            <p:txEl>
                                              <p:pRg st="2" end="2"/>
                                            </p:txEl>
                                          </p:spTgt>
                                        </p:tgtEl>
                                        <p:attrNameLst>
                                          <p:attrName>style.visibility</p:attrName>
                                        </p:attrNameLst>
                                      </p:cBhvr>
                                      <p:to>
                                        <p:strVal val="visible"/>
                                      </p:to>
                                    </p:set>
                                    <p:anim calcmode="lin" valueType="num">
                                      <p:cBhvr additive="base">
                                        <p:cTn id="17" dur="300"/>
                                        <p:tgtEl>
                                          <p:spTgt spid="56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68">
                                            <p:txEl>
                                              <p:pRg st="3" end="3"/>
                                            </p:txEl>
                                          </p:spTgt>
                                        </p:tgtEl>
                                        <p:attrNameLst>
                                          <p:attrName>style.visibility</p:attrName>
                                        </p:attrNameLst>
                                      </p:cBhvr>
                                      <p:to>
                                        <p:strVal val="visible"/>
                                      </p:to>
                                    </p:set>
                                    <p:anim calcmode="lin" valueType="num">
                                      <p:cBhvr additive="base">
                                        <p:cTn id="22" dur="300"/>
                                        <p:tgtEl>
                                          <p:spTgt spid="56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68">
                                            <p:txEl>
                                              <p:pRg st="4" end="4"/>
                                            </p:txEl>
                                          </p:spTgt>
                                        </p:tgtEl>
                                        <p:attrNameLst>
                                          <p:attrName>style.visibility</p:attrName>
                                        </p:attrNameLst>
                                      </p:cBhvr>
                                      <p:to>
                                        <p:strVal val="visible"/>
                                      </p:to>
                                    </p:set>
                                    <p:anim calcmode="lin" valueType="num">
                                      <p:cBhvr additive="base">
                                        <p:cTn id="27" dur="300"/>
                                        <p:tgtEl>
                                          <p:spTgt spid="56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68">
                                            <p:txEl>
                                              <p:pRg st="5" end="5"/>
                                            </p:txEl>
                                          </p:spTgt>
                                        </p:tgtEl>
                                        <p:attrNameLst>
                                          <p:attrName>style.visibility</p:attrName>
                                        </p:attrNameLst>
                                      </p:cBhvr>
                                      <p:to>
                                        <p:strVal val="visible"/>
                                      </p:to>
                                    </p:set>
                                    <p:anim calcmode="lin" valueType="num">
                                      <p:cBhvr additive="base">
                                        <p:cTn id="32" dur="300"/>
                                        <p:tgtEl>
                                          <p:spTgt spid="56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g27d2bce3ac4_1_69"/>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75" name="Google Shape;575;g27d2bce3ac4_1_69"/>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Introduction to Spark RDDs</a:t>
            </a:r>
            <a:endParaRPr sz="2400">
              <a:solidFill>
                <a:srgbClr val="FFFFFF"/>
              </a:solidFill>
            </a:endParaRPr>
          </a:p>
          <a:p>
            <a:pPr marL="0" lvl="0" indent="0" algn="l" rtl="0">
              <a:lnSpc>
                <a:spcPct val="100000"/>
              </a:lnSpc>
              <a:spcBef>
                <a:spcPts val="0"/>
              </a:spcBef>
              <a:spcAft>
                <a:spcPts val="0"/>
              </a:spcAft>
              <a:buClr>
                <a:srgbClr val="FFFFFF"/>
              </a:buClr>
              <a:buSzPts val="2400"/>
              <a:buFont typeface="Calibri"/>
              <a:buNone/>
            </a:pPr>
            <a:endParaRPr sz="2400">
              <a:solidFill>
                <a:srgbClr val="FFFFFF"/>
              </a:solidFill>
            </a:endParaRPr>
          </a:p>
        </p:txBody>
      </p:sp>
      <p:sp>
        <p:nvSpPr>
          <p:cNvPr id="576" name="Google Shape;576;g27d2bce3ac4_1_69"/>
          <p:cNvSpPr txBox="1"/>
          <p:nvPr/>
        </p:nvSpPr>
        <p:spPr>
          <a:xfrm>
            <a:off x="155125" y="793450"/>
            <a:ext cx="4055700" cy="4193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a:solidFill>
                  <a:srgbClr val="374151"/>
                </a:solidFill>
                <a:highlight>
                  <a:schemeClr val="lt1"/>
                </a:highlight>
              </a:rPr>
              <a:t>RDD (Resilient Distributed Dataset) is the fundamental data structure of Apache Spark which are an immutable collection of objects which computes on the different node of the cluster. Each and every dataset in Spark RDD is logically partitioned across many servers so that they can be computed on different nodes of the cluster.</a:t>
            </a:r>
            <a:endParaRPr sz="2000">
              <a:solidFill>
                <a:srgbClr val="374151"/>
              </a:solidFill>
              <a:highlight>
                <a:schemeClr val="lt1"/>
              </a:highlight>
            </a:endParaRPr>
          </a:p>
          <a:p>
            <a:pPr marL="0" marR="0" lvl="0" indent="0" algn="l" rtl="0">
              <a:lnSpc>
                <a:spcPct val="115000"/>
              </a:lnSpc>
              <a:spcBef>
                <a:spcPts val="0"/>
              </a:spcBef>
              <a:spcAft>
                <a:spcPts val="0"/>
              </a:spcAft>
              <a:buClr>
                <a:srgbClr val="000000"/>
              </a:buClr>
              <a:buSzPts val="2000"/>
              <a:buFont typeface="Arial"/>
              <a:buNone/>
            </a:pPr>
            <a:endParaRPr sz="2000">
              <a:solidFill>
                <a:srgbClr val="374151"/>
              </a:solidFill>
              <a:highlight>
                <a:schemeClr val="lt1"/>
              </a:highlight>
            </a:endParaRPr>
          </a:p>
          <a:p>
            <a:pPr marL="0" marR="0" lvl="0" indent="0" algn="l" rtl="0">
              <a:lnSpc>
                <a:spcPct val="115000"/>
              </a:lnSpc>
              <a:spcBef>
                <a:spcPts val="0"/>
              </a:spcBef>
              <a:spcAft>
                <a:spcPts val="0"/>
              </a:spcAft>
              <a:buClr>
                <a:srgbClr val="000000"/>
              </a:buClr>
              <a:buSzPts val="2000"/>
              <a:buFont typeface="Arial"/>
              <a:buNone/>
            </a:pPr>
            <a:endParaRPr sz="2000">
              <a:solidFill>
                <a:srgbClr val="374151"/>
              </a:solidFill>
              <a:highlight>
                <a:schemeClr val="lt1"/>
              </a:highlight>
            </a:endParaRPr>
          </a:p>
        </p:txBody>
      </p:sp>
      <p:pic>
        <p:nvPicPr>
          <p:cNvPr id="578" name="Google Shape;578;g27d2bce3ac4_1_69"/>
          <p:cNvPicPr preferRelativeResize="0"/>
          <p:nvPr/>
        </p:nvPicPr>
        <p:blipFill>
          <a:blip r:embed="rId3">
            <a:alphaModFix/>
          </a:blip>
          <a:stretch>
            <a:fillRect/>
          </a:stretch>
        </p:blipFill>
        <p:spPr>
          <a:xfrm>
            <a:off x="4363225" y="982900"/>
            <a:ext cx="4438250" cy="35686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76">
                                            <p:txEl>
                                              <p:pRg st="0" end="0"/>
                                            </p:txEl>
                                          </p:spTgt>
                                        </p:tgtEl>
                                        <p:attrNameLst>
                                          <p:attrName>style.visibility</p:attrName>
                                        </p:attrNameLst>
                                      </p:cBhvr>
                                      <p:to>
                                        <p:strVal val="visible"/>
                                      </p:to>
                                    </p:set>
                                    <p:anim calcmode="lin" valueType="num">
                                      <p:cBhvr additive="base">
                                        <p:cTn id="7" dur="300"/>
                                        <p:tgtEl>
                                          <p:spTgt spid="57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76">
                                            <p:txEl>
                                              <p:pRg st="1" end="1"/>
                                            </p:txEl>
                                          </p:spTgt>
                                        </p:tgtEl>
                                        <p:attrNameLst>
                                          <p:attrName>style.visibility</p:attrName>
                                        </p:attrNameLst>
                                      </p:cBhvr>
                                      <p:to>
                                        <p:strVal val="visible"/>
                                      </p:to>
                                    </p:set>
                                    <p:anim calcmode="lin" valueType="num">
                                      <p:cBhvr additive="base">
                                        <p:cTn id="12" dur="300"/>
                                        <p:tgtEl>
                                          <p:spTgt spid="57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76">
                                            <p:txEl>
                                              <p:pRg st="2" end="2"/>
                                            </p:txEl>
                                          </p:spTgt>
                                        </p:tgtEl>
                                        <p:attrNameLst>
                                          <p:attrName>style.visibility</p:attrName>
                                        </p:attrNameLst>
                                      </p:cBhvr>
                                      <p:to>
                                        <p:strVal val="visible"/>
                                      </p:to>
                                    </p:set>
                                    <p:anim calcmode="lin" valueType="num">
                                      <p:cBhvr additive="base">
                                        <p:cTn id="17" dur="300"/>
                                        <p:tgtEl>
                                          <p:spTgt spid="576">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g27d2bce3ac4_1_46"/>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84" name="Google Shape;584;g27d2bce3ac4_1_46"/>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Introduction to Spark RDDs</a:t>
            </a:r>
            <a:endParaRPr sz="2400">
              <a:solidFill>
                <a:srgbClr val="FFFFFF"/>
              </a:solidFill>
            </a:endParaRPr>
          </a:p>
          <a:p>
            <a:pPr marL="0" lvl="0" indent="0" algn="l" rtl="0">
              <a:lnSpc>
                <a:spcPct val="100000"/>
              </a:lnSpc>
              <a:spcBef>
                <a:spcPts val="0"/>
              </a:spcBef>
              <a:spcAft>
                <a:spcPts val="0"/>
              </a:spcAft>
              <a:buClr>
                <a:srgbClr val="FFFFFF"/>
              </a:buClr>
              <a:buSzPts val="2400"/>
              <a:buFont typeface="Calibri"/>
              <a:buNone/>
            </a:pPr>
            <a:endParaRPr sz="2400">
              <a:solidFill>
                <a:srgbClr val="FFFFFF"/>
              </a:solidFill>
            </a:endParaRPr>
          </a:p>
        </p:txBody>
      </p:sp>
      <p:sp>
        <p:nvSpPr>
          <p:cNvPr id="585" name="Google Shape;585;g27d2bce3ac4_1_46"/>
          <p:cNvSpPr txBox="1"/>
          <p:nvPr/>
        </p:nvSpPr>
        <p:spPr>
          <a:xfrm>
            <a:off x="155125" y="793450"/>
            <a:ext cx="8629500" cy="419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2000">
                <a:solidFill>
                  <a:srgbClr val="444444"/>
                </a:solidFill>
                <a:highlight>
                  <a:srgbClr val="FFFFFF"/>
                </a:highlight>
              </a:rPr>
              <a:t>Decomposing the name RDD:</a:t>
            </a:r>
            <a:endParaRPr sz="2000">
              <a:solidFill>
                <a:srgbClr val="444444"/>
              </a:solidFill>
              <a:highlight>
                <a:srgbClr val="FFFFFF"/>
              </a:highlight>
            </a:endParaRPr>
          </a:p>
          <a:p>
            <a:pPr marL="749300" lvl="0" indent="-355600" algn="l" rtl="0">
              <a:lnSpc>
                <a:spcPct val="115000"/>
              </a:lnSpc>
              <a:spcBef>
                <a:spcPts val="1400"/>
              </a:spcBef>
              <a:spcAft>
                <a:spcPts val="0"/>
              </a:spcAft>
              <a:buClr>
                <a:srgbClr val="444444"/>
              </a:buClr>
              <a:buSzPts val="2000"/>
              <a:buFont typeface="Arial"/>
              <a:buChar char="●"/>
            </a:pPr>
            <a:r>
              <a:rPr lang="en" sz="2000">
                <a:solidFill>
                  <a:srgbClr val="444444"/>
                </a:solidFill>
                <a:highlight>
                  <a:srgbClr val="FFFFFF"/>
                </a:highlight>
              </a:rPr>
              <a:t>Resilient, i.e. fault-tolerant with the help of RDD lineage graph(</a:t>
            </a:r>
            <a:r>
              <a:rPr lang="en" sz="2000" u="sng">
                <a:solidFill>
                  <a:srgbClr val="65ABF6"/>
                </a:solidFill>
                <a:highlight>
                  <a:srgbClr val="FFFFFF"/>
                </a:highlight>
                <a:hlinkClick r:id="rId3">
                  <a:extLst>
                    <a:ext uri="{A12FA001-AC4F-418D-AE19-62706E023703}">
                      <ahyp:hlinkClr xmlns:ahyp="http://schemas.microsoft.com/office/drawing/2018/hyperlinkcolor" val="tx"/>
                    </a:ext>
                  </a:extLst>
                </a:hlinkClick>
              </a:rPr>
              <a:t>DAG</a:t>
            </a:r>
            <a:r>
              <a:rPr lang="en" sz="2000">
                <a:solidFill>
                  <a:srgbClr val="444444"/>
                </a:solidFill>
                <a:highlight>
                  <a:srgbClr val="FFFFFF"/>
                </a:highlight>
              </a:rPr>
              <a:t>) and so able to recompute missing or damaged partitions due to node failures.</a:t>
            </a:r>
            <a:endParaRPr sz="2000">
              <a:solidFill>
                <a:srgbClr val="444444"/>
              </a:solidFill>
              <a:highlight>
                <a:srgbClr val="FFFFFF"/>
              </a:highlight>
            </a:endParaRPr>
          </a:p>
          <a:p>
            <a:pPr marL="749300" lvl="0" indent="-355600" algn="l" rtl="0">
              <a:lnSpc>
                <a:spcPct val="115000"/>
              </a:lnSpc>
              <a:spcBef>
                <a:spcPts val="0"/>
              </a:spcBef>
              <a:spcAft>
                <a:spcPts val="0"/>
              </a:spcAft>
              <a:buClr>
                <a:srgbClr val="444444"/>
              </a:buClr>
              <a:buSzPts val="2000"/>
              <a:buFont typeface="Arial"/>
              <a:buChar char="●"/>
            </a:pPr>
            <a:r>
              <a:rPr lang="en" sz="2000">
                <a:solidFill>
                  <a:srgbClr val="444444"/>
                </a:solidFill>
                <a:highlight>
                  <a:srgbClr val="FFFFFF"/>
                </a:highlight>
              </a:rPr>
              <a:t>Distributed, since Data resides on multiple nodes.</a:t>
            </a:r>
            <a:endParaRPr sz="2000">
              <a:solidFill>
                <a:srgbClr val="444444"/>
              </a:solidFill>
              <a:highlight>
                <a:srgbClr val="FFFFFF"/>
              </a:highlight>
            </a:endParaRPr>
          </a:p>
          <a:p>
            <a:pPr marL="749300" lvl="0" indent="-355600" algn="l" rtl="0">
              <a:lnSpc>
                <a:spcPct val="115000"/>
              </a:lnSpc>
              <a:spcBef>
                <a:spcPts val="0"/>
              </a:spcBef>
              <a:spcAft>
                <a:spcPts val="0"/>
              </a:spcAft>
              <a:buClr>
                <a:srgbClr val="444444"/>
              </a:buClr>
              <a:buSzPts val="2000"/>
              <a:buFont typeface="Arial"/>
              <a:buChar char="●"/>
            </a:pPr>
            <a:r>
              <a:rPr lang="en" sz="2000">
                <a:solidFill>
                  <a:srgbClr val="444444"/>
                </a:solidFill>
                <a:highlight>
                  <a:srgbClr val="FFFFFF"/>
                </a:highlight>
              </a:rPr>
              <a:t>Dataset represents records of the data you work with. The user can load the data set externally which can be either JSON file, CSV file, text file or database via JDBC with no specific data structure.</a:t>
            </a:r>
            <a:endParaRPr sz="2000">
              <a:solidFill>
                <a:srgbClr val="444444"/>
              </a:solidFill>
              <a:highlight>
                <a:srgbClr val="FFFFFF"/>
              </a:highlight>
            </a:endParaRPr>
          </a:p>
          <a:p>
            <a:pPr marL="457200" lvl="0" indent="0" algn="l" rtl="0">
              <a:lnSpc>
                <a:spcPct val="115000"/>
              </a:lnSpc>
              <a:spcBef>
                <a:spcPts val="1100"/>
              </a:spcBef>
              <a:spcAft>
                <a:spcPts val="0"/>
              </a:spcAft>
              <a:buNone/>
            </a:pPr>
            <a:endParaRPr sz="2000">
              <a:solidFill>
                <a:srgbClr val="444444"/>
              </a:solidFill>
              <a:highlight>
                <a:srgbClr val="FFFFFF"/>
              </a:highlight>
            </a:endParaRPr>
          </a:p>
          <a:p>
            <a:pPr marL="0" marR="0" lvl="0" indent="0" algn="l" rtl="0">
              <a:lnSpc>
                <a:spcPct val="115000"/>
              </a:lnSpc>
              <a:spcBef>
                <a:spcPts val="1100"/>
              </a:spcBef>
              <a:spcAft>
                <a:spcPts val="0"/>
              </a:spcAft>
              <a:buClr>
                <a:srgbClr val="000000"/>
              </a:buClr>
              <a:buSzPts val="2000"/>
              <a:buFont typeface="Arial"/>
              <a:buNone/>
            </a:pPr>
            <a:endParaRPr sz="2000">
              <a:solidFill>
                <a:srgbClr val="374151"/>
              </a:solidFill>
              <a:highlight>
                <a:schemeClr val="lt1"/>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85">
                                            <p:txEl>
                                              <p:pRg st="0" end="0"/>
                                            </p:txEl>
                                          </p:spTgt>
                                        </p:tgtEl>
                                        <p:attrNameLst>
                                          <p:attrName>style.visibility</p:attrName>
                                        </p:attrNameLst>
                                      </p:cBhvr>
                                      <p:to>
                                        <p:strVal val="visible"/>
                                      </p:to>
                                    </p:set>
                                    <p:anim calcmode="lin" valueType="num">
                                      <p:cBhvr additive="base">
                                        <p:cTn id="7" dur="300"/>
                                        <p:tgtEl>
                                          <p:spTgt spid="58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85">
                                            <p:txEl>
                                              <p:pRg st="1" end="1"/>
                                            </p:txEl>
                                          </p:spTgt>
                                        </p:tgtEl>
                                        <p:attrNameLst>
                                          <p:attrName>style.visibility</p:attrName>
                                        </p:attrNameLst>
                                      </p:cBhvr>
                                      <p:to>
                                        <p:strVal val="visible"/>
                                      </p:to>
                                    </p:set>
                                    <p:anim calcmode="lin" valueType="num">
                                      <p:cBhvr additive="base">
                                        <p:cTn id="12" dur="300"/>
                                        <p:tgtEl>
                                          <p:spTgt spid="58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85">
                                            <p:txEl>
                                              <p:pRg st="2" end="2"/>
                                            </p:txEl>
                                          </p:spTgt>
                                        </p:tgtEl>
                                        <p:attrNameLst>
                                          <p:attrName>style.visibility</p:attrName>
                                        </p:attrNameLst>
                                      </p:cBhvr>
                                      <p:to>
                                        <p:strVal val="visible"/>
                                      </p:to>
                                    </p:set>
                                    <p:anim calcmode="lin" valueType="num">
                                      <p:cBhvr additive="base">
                                        <p:cTn id="17" dur="300"/>
                                        <p:tgtEl>
                                          <p:spTgt spid="58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85">
                                            <p:txEl>
                                              <p:pRg st="3" end="3"/>
                                            </p:txEl>
                                          </p:spTgt>
                                        </p:tgtEl>
                                        <p:attrNameLst>
                                          <p:attrName>style.visibility</p:attrName>
                                        </p:attrNameLst>
                                      </p:cBhvr>
                                      <p:to>
                                        <p:strVal val="visible"/>
                                      </p:to>
                                    </p:set>
                                    <p:anim calcmode="lin" valueType="num">
                                      <p:cBhvr additive="base">
                                        <p:cTn id="22" dur="300"/>
                                        <p:tgtEl>
                                          <p:spTgt spid="58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85">
                                            <p:txEl>
                                              <p:pRg st="4" end="4"/>
                                            </p:txEl>
                                          </p:spTgt>
                                        </p:tgtEl>
                                        <p:attrNameLst>
                                          <p:attrName>style.visibility</p:attrName>
                                        </p:attrNameLst>
                                      </p:cBhvr>
                                      <p:to>
                                        <p:strVal val="visible"/>
                                      </p:to>
                                    </p:set>
                                    <p:anim calcmode="lin" valueType="num">
                                      <p:cBhvr additive="base">
                                        <p:cTn id="27" dur="300"/>
                                        <p:tgtEl>
                                          <p:spTgt spid="58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85">
                                            <p:txEl>
                                              <p:pRg st="5" end="5"/>
                                            </p:txEl>
                                          </p:spTgt>
                                        </p:tgtEl>
                                        <p:attrNameLst>
                                          <p:attrName>style.visibility</p:attrName>
                                        </p:attrNameLst>
                                      </p:cBhvr>
                                      <p:to>
                                        <p:strVal val="visible"/>
                                      </p:to>
                                    </p:set>
                                    <p:anim calcmode="lin" valueType="num">
                                      <p:cBhvr additive="base">
                                        <p:cTn id="32" dur="300"/>
                                        <p:tgtEl>
                                          <p:spTgt spid="58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g27d2bce3ac4_1_79"/>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92" name="Google Shape;592;g27d2bce3ac4_1_79"/>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Creating RDDs</a:t>
            </a:r>
            <a:endParaRPr sz="2400">
              <a:solidFill>
                <a:srgbClr val="FFFFFF"/>
              </a:solidFill>
            </a:endParaRPr>
          </a:p>
        </p:txBody>
      </p:sp>
      <p:sp>
        <p:nvSpPr>
          <p:cNvPr id="593" name="Google Shape;593;g27d2bce3ac4_1_79"/>
          <p:cNvSpPr txBox="1"/>
          <p:nvPr/>
        </p:nvSpPr>
        <p:spPr>
          <a:xfrm>
            <a:off x="155125" y="793450"/>
            <a:ext cx="8629500" cy="4193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endParaRPr sz="2000">
              <a:solidFill>
                <a:srgbClr val="1F1F1F"/>
              </a:solidFill>
              <a:highlight>
                <a:srgbClr val="FFFFFF"/>
              </a:highlight>
            </a:endParaRPr>
          </a:p>
        </p:txBody>
      </p:sp>
      <p:pic>
        <p:nvPicPr>
          <p:cNvPr id="595" name="Google Shape;595;g27d2bce3ac4_1_79"/>
          <p:cNvPicPr preferRelativeResize="0"/>
          <p:nvPr/>
        </p:nvPicPr>
        <p:blipFill>
          <a:blip r:embed="rId3">
            <a:alphaModFix/>
          </a:blip>
          <a:stretch>
            <a:fillRect/>
          </a:stretch>
        </p:blipFill>
        <p:spPr>
          <a:xfrm>
            <a:off x="1265125" y="1024288"/>
            <a:ext cx="5943600" cy="32289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93">
                                            <p:txEl>
                                              <p:pRg st="0" end="0"/>
                                            </p:txEl>
                                          </p:spTgt>
                                        </p:tgtEl>
                                        <p:attrNameLst>
                                          <p:attrName>style.visibility</p:attrName>
                                        </p:attrNameLst>
                                      </p:cBhvr>
                                      <p:to>
                                        <p:strVal val="visible"/>
                                      </p:to>
                                    </p:set>
                                    <p:anim calcmode="lin" valueType="num">
                                      <p:cBhvr additive="base">
                                        <p:cTn id="7" dur="300"/>
                                        <p:tgtEl>
                                          <p:spTgt spid="59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g27d2bce3ac4_1_105"/>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01" name="Google Shape;601;g27d2bce3ac4_1_105"/>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Creating RDDs</a:t>
            </a:r>
            <a:endParaRPr sz="2400">
              <a:solidFill>
                <a:srgbClr val="FFFFFF"/>
              </a:solidFill>
            </a:endParaRPr>
          </a:p>
        </p:txBody>
      </p:sp>
      <p:sp>
        <p:nvSpPr>
          <p:cNvPr id="602" name="Google Shape;602;g27d2bce3ac4_1_105"/>
          <p:cNvSpPr txBox="1"/>
          <p:nvPr/>
        </p:nvSpPr>
        <p:spPr>
          <a:xfrm>
            <a:off x="155125" y="793450"/>
            <a:ext cx="8629500" cy="41937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300"/>
              </a:spcBef>
              <a:spcAft>
                <a:spcPts val="0"/>
              </a:spcAft>
              <a:buClr>
                <a:srgbClr val="1F1F1F"/>
              </a:buClr>
              <a:buSzPts val="2000"/>
              <a:buChar char="●"/>
            </a:pPr>
            <a:r>
              <a:rPr lang="en" sz="2000">
                <a:solidFill>
                  <a:srgbClr val="1F1F1F"/>
                </a:solidFill>
                <a:highlight>
                  <a:srgbClr val="FFFFFF"/>
                </a:highlight>
              </a:rPr>
              <a:t>Parallelize an existing collection: This is the simplest way to create an RDD. You can use the </a:t>
            </a:r>
            <a:r>
              <a:rPr lang="en" sz="2000">
                <a:solidFill>
                  <a:srgbClr val="1F1F1F"/>
                </a:solidFill>
                <a:highlight>
                  <a:srgbClr val="FFFFFF"/>
                </a:highlight>
                <a:latin typeface="Courier New"/>
                <a:ea typeface="Courier New"/>
                <a:cs typeface="Courier New"/>
                <a:sym typeface="Courier New"/>
              </a:rPr>
              <a:t>parallelize()</a:t>
            </a:r>
            <a:r>
              <a:rPr lang="en" sz="2000">
                <a:solidFill>
                  <a:srgbClr val="1F1F1F"/>
                </a:solidFill>
                <a:highlight>
                  <a:srgbClr val="FFFFFF"/>
                </a:highlight>
              </a:rPr>
              <a:t> function to create an RDD from an existing collection, such as a list or a set.</a:t>
            </a:r>
            <a:endParaRPr sz="2000">
              <a:solidFill>
                <a:srgbClr val="1F1F1F"/>
              </a:solidFill>
              <a:highlight>
                <a:srgbClr val="FFFFFF"/>
              </a:highlight>
            </a:endParaRPr>
          </a:p>
          <a:p>
            <a:pPr marL="0" marR="0" lvl="0" indent="0" algn="l" rtl="0">
              <a:lnSpc>
                <a:spcPct val="115000"/>
              </a:lnSpc>
              <a:spcBef>
                <a:spcPts val="1100"/>
              </a:spcBef>
              <a:spcAft>
                <a:spcPts val="0"/>
              </a:spcAft>
              <a:buClr>
                <a:srgbClr val="000000"/>
              </a:buClr>
              <a:buSzPts val="2000"/>
              <a:buFont typeface="Arial"/>
              <a:buNone/>
            </a:pPr>
            <a:r>
              <a:rPr lang="en" sz="2000">
                <a:solidFill>
                  <a:srgbClr val="1F1F1F"/>
                </a:solidFill>
                <a:highlight>
                  <a:srgbClr val="FFFFFF"/>
                </a:highlight>
                <a:latin typeface="Courier New"/>
                <a:ea typeface="Courier New"/>
                <a:cs typeface="Courier New"/>
                <a:sym typeface="Courier New"/>
              </a:rPr>
              <a:t>rdd = sc.parallelize([1, 2, 3, 4, 5])</a:t>
            </a:r>
            <a:endParaRPr sz="2000">
              <a:solidFill>
                <a:srgbClr val="1F1F1F"/>
              </a:solidFill>
              <a:highlight>
                <a:srgbClr val="FFFFFF"/>
              </a:highlight>
              <a:latin typeface="Courier New"/>
              <a:ea typeface="Courier New"/>
              <a:cs typeface="Courier New"/>
              <a:sym typeface="Courier New"/>
            </a:endParaRPr>
          </a:p>
          <a:p>
            <a:pPr marL="152400" marR="152400" lvl="0" indent="0" algn="l" rtl="0">
              <a:lnSpc>
                <a:spcPct val="115000"/>
              </a:lnSpc>
              <a:spcBef>
                <a:spcPts val="0"/>
              </a:spcBef>
              <a:spcAft>
                <a:spcPts val="0"/>
              </a:spcAft>
              <a:buClr>
                <a:schemeClr val="dk1"/>
              </a:buClr>
              <a:buSzPts val="1100"/>
              <a:buFont typeface="Arial"/>
              <a:buNone/>
            </a:pPr>
            <a:endParaRPr sz="2000">
              <a:solidFill>
                <a:srgbClr val="1F1F1F"/>
              </a:solidFill>
              <a:highlight>
                <a:srgbClr val="FFFFFF"/>
              </a:highlight>
              <a:latin typeface="Courier New"/>
              <a:ea typeface="Courier New"/>
              <a:cs typeface="Courier New"/>
              <a:sym typeface="Courier New"/>
            </a:endParaRPr>
          </a:p>
          <a:p>
            <a:pPr marL="457200" lvl="0" indent="-355600" algn="l" rtl="0">
              <a:lnSpc>
                <a:spcPct val="115000"/>
              </a:lnSpc>
              <a:spcBef>
                <a:spcPts val="300"/>
              </a:spcBef>
              <a:spcAft>
                <a:spcPts val="0"/>
              </a:spcAft>
              <a:buClr>
                <a:srgbClr val="1F1F1F"/>
              </a:buClr>
              <a:buSzPts val="2000"/>
              <a:buChar char="●"/>
            </a:pPr>
            <a:r>
              <a:rPr lang="en" sz="2000">
                <a:solidFill>
                  <a:srgbClr val="1F1F1F"/>
                </a:solidFill>
                <a:highlight>
                  <a:srgbClr val="FFFFFF"/>
                </a:highlight>
              </a:rPr>
              <a:t>Load a file: You can use the </a:t>
            </a:r>
            <a:r>
              <a:rPr lang="en" sz="2000">
                <a:solidFill>
                  <a:srgbClr val="1F1F1F"/>
                </a:solidFill>
                <a:highlight>
                  <a:srgbClr val="FFFFFF"/>
                </a:highlight>
                <a:latin typeface="Courier New"/>
                <a:ea typeface="Courier New"/>
                <a:cs typeface="Courier New"/>
                <a:sym typeface="Courier New"/>
              </a:rPr>
              <a:t>textFile()</a:t>
            </a:r>
            <a:r>
              <a:rPr lang="en" sz="2000">
                <a:solidFill>
                  <a:srgbClr val="1F1F1F"/>
                </a:solidFill>
                <a:highlight>
                  <a:srgbClr val="FFFFFF"/>
                </a:highlight>
              </a:rPr>
              <a:t> function to create an RDD from a file. The </a:t>
            </a:r>
            <a:r>
              <a:rPr lang="en" sz="2000">
                <a:solidFill>
                  <a:srgbClr val="1F1F1F"/>
                </a:solidFill>
                <a:highlight>
                  <a:srgbClr val="FFFFFF"/>
                </a:highlight>
                <a:latin typeface="Courier New"/>
                <a:ea typeface="Courier New"/>
                <a:cs typeface="Courier New"/>
                <a:sym typeface="Courier New"/>
              </a:rPr>
              <a:t>textFile()</a:t>
            </a:r>
            <a:r>
              <a:rPr lang="en" sz="2000">
                <a:solidFill>
                  <a:srgbClr val="1F1F1F"/>
                </a:solidFill>
                <a:highlight>
                  <a:srgbClr val="FFFFFF"/>
                </a:highlight>
              </a:rPr>
              <a:t> function takes the path to the file as its argument.</a:t>
            </a:r>
            <a:endParaRPr sz="2000">
              <a:solidFill>
                <a:srgbClr val="1F1F1F"/>
              </a:solidFill>
              <a:highlight>
                <a:srgbClr val="FFFFFF"/>
              </a:highlight>
            </a:endParaRPr>
          </a:p>
          <a:p>
            <a:pPr marL="152400" marR="152400" lvl="0" indent="0" algn="l" rtl="0">
              <a:lnSpc>
                <a:spcPct val="115000"/>
              </a:lnSpc>
              <a:spcBef>
                <a:spcPts val="1100"/>
              </a:spcBef>
              <a:spcAft>
                <a:spcPts val="0"/>
              </a:spcAft>
              <a:buClr>
                <a:schemeClr val="dk1"/>
              </a:buClr>
              <a:buSzPts val="1100"/>
              <a:buFont typeface="Arial"/>
              <a:buNone/>
            </a:pPr>
            <a:r>
              <a:rPr lang="en" sz="2000">
                <a:solidFill>
                  <a:srgbClr val="1F1F1F"/>
                </a:solidFill>
                <a:highlight>
                  <a:srgbClr val="FFFFFF"/>
                </a:highlight>
                <a:latin typeface="Courier New"/>
                <a:ea typeface="Courier New"/>
                <a:cs typeface="Courier New"/>
                <a:sym typeface="Courier New"/>
              </a:rPr>
              <a:t>rdd = sc.textFile("data.txt")</a:t>
            </a:r>
            <a:endParaRPr sz="2000">
              <a:solidFill>
                <a:srgbClr val="1F1F1F"/>
              </a:solidFill>
              <a:highlight>
                <a:srgbClr val="FFFFFF"/>
              </a:highlight>
              <a:latin typeface="Courier New"/>
              <a:ea typeface="Courier New"/>
              <a:cs typeface="Courier New"/>
              <a:sym typeface="Courier New"/>
            </a:endParaRPr>
          </a:p>
          <a:p>
            <a:pPr marL="0" marR="0" lvl="0" indent="0" algn="l" rtl="0">
              <a:lnSpc>
                <a:spcPct val="115000"/>
              </a:lnSpc>
              <a:spcBef>
                <a:spcPts val="0"/>
              </a:spcBef>
              <a:spcAft>
                <a:spcPts val="0"/>
              </a:spcAft>
              <a:buClr>
                <a:srgbClr val="000000"/>
              </a:buClr>
              <a:buSzPts val="2000"/>
              <a:buFont typeface="Arial"/>
              <a:buNone/>
            </a:pPr>
            <a:endParaRPr sz="2000">
              <a:solidFill>
                <a:srgbClr val="1F1F1F"/>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02">
                                            <p:txEl>
                                              <p:pRg st="0" end="0"/>
                                            </p:txEl>
                                          </p:spTgt>
                                        </p:tgtEl>
                                        <p:attrNameLst>
                                          <p:attrName>style.visibility</p:attrName>
                                        </p:attrNameLst>
                                      </p:cBhvr>
                                      <p:to>
                                        <p:strVal val="visible"/>
                                      </p:to>
                                    </p:set>
                                    <p:anim calcmode="lin" valueType="num">
                                      <p:cBhvr additive="base">
                                        <p:cTn id="7" dur="300"/>
                                        <p:tgtEl>
                                          <p:spTgt spid="60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02">
                                            <p:txEl>
                                              <p:pRg st="1" end="1"/>
                                            </p:txEl>
                                          </p:spTgt>
                                        </p:tgtEl>
                                        <p:attrNameLst>
                                          <p:attrName>style.visibility</p:attrName>
                                        </p:attrNameLst>
                                      </p:cBhvr>
                                      <p:to>
                                        <p:strVal val="visible"/>
                                      </p:to>
                                    </p:set>
                                    <p:anim calcmode="lin" valueType="num">
                                      <p:cBhvr additive="base">
                                        <p:cTn id="12" dur="300"/>
                                        <p:tgtEl>
                                          <p:spTgt spid="60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02">
                                            <p:txEl>
                                              <p:pRg st="2" end="2"/>
                                            </p:txEl>
                                          </p:spTgt>
                                        </p:tgtEl>
                                        <p:attrNameLst>
                                          <p:attrName>style.visibility</p:attrName>
                                        </p:attrNameLst>
                                      </p:cBhvr>
                                      <p:to>
                                        <p:strVal val="visible"/>
                                      </p:to>
                                    </p:set>
                                    <p:anim calcmode="lin" valueType="num">
                                      <p:cBhvr additive="base">
                                        <p:cTn id="17" dur="300"/>
                                        <p:tgtEl>
                                          <p:spTgt spid="60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602">
                                            <p:txEl>
                                              <p:pRg st="3" end="3"/>
                                            </p:txEl>
                                          </p:spTgt>
                                        </p:tgtEl>
                                        <p:attrNameLst>
                                          <p:attrName>style.visibility</p:attrName>
                                        </p:attrNameLst>
                                      </p:cBhvr>
                                      <p:to>
                                        <p:strVal val="visible"/>
                                      </p:to>
                                    </p:set>
                                    <p:anim calcmode="lin" valueType="num">
                                      <p:cBhvr additive="base">
                                        <p:cTn id="22" dur="300"/>
                                        <p:tgtEl>
                                          <p:spTgt spid="60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02">
                                            <p:txEl>
                                              <p:pRg st="4" end="4"/>
                                            </p:txEl>
                                          </p:spTgt>
                                        </p:tgtEl>
                                        <p:attrNameLst>
                                          <p:attrName>style.visibility</p:attrName>
                                        </p:attrNameLst>
                                      </p:cBhvr>
                                      <p:to>
                                        <p:strVal val="visible"/>
                                      </p:to>
                                    </p:set>
                                    <p:anim calcmode="lin" valueType="num">
                                      <p:cBhvr additive="base">
                                        <p:cTn id="27" dur="300"/>
                                        <p:tgtEl>
                                          <p:spTgt spid="60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602">
                                            <p:txEl>
                                              <p:pRg st="5" end="5"/>
                                            </p:txEl>
                                          </p:spTgt>
                                        </p:tgtEl>
                                        <p:attrNameLst>
                                          <p:attrName>style.visibility</p:attrName>
                                        </p:attrNameLst>
                                      </p:cBhvr>
                                      <p:to>
                                        <p:strVal val="visible"/>
                                      </p:to>
                                    </p:set>
                                    <p:anim calcmode="lin" valueType="num">
                                      <p:cBhvr additive="base">
                                        <p:cTn id="32" dur="300"/>
                                        <p:tgtEl>
                                          <p:spTgt spid="60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g27d2bce3ac4_1_89"/>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09" name="Google Shape;609;g27d2bce3ac4_1_89"/>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Creating RDDs</a:t>
            </a:r>
            <a:endParaRPr sz="2400">
              <a:solidFill>
                <a:srgbClr val="FFFFFF"/>
              </a:solidFill>
            </a:endParaRPr>
          </a:p>
        </p:txBody>
      </p:sp>
      <p:sp>
        <p:nvSpPr>
          <p:cNvPr id="610" name="Google Shape;610;g27d2bce3ac4_1_89"/>
          <p:cNvSpPr txBox="1"/>
          <p:nvPr/>
        </p:nvSpPr>
        <p:spPr>
          <a:xfrm>
            <a:off x="155125" y="793450"/>
            <a:ext cx="8629500" cy="41937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300"/>
              </a:spcBef>
              <a:spcAft>
                <a:spcPts val="0"/>
              </a:spcAft>
              <a:buClr>
                <a:srgbClr val="1F1F1F"/>
              </a:buClr>
              <a:buSzPts val="2000"/>
              <a:buChar char="●"/>
            </a:pPr>
            <a:r>
              <a:rPr lang="en" sz="2000">
                <a:solidFill>
                  <a:srgbClr val="1F1F1F"/>
                </a:solidFill>
                <a:highlight>
                  <a:srgbClr val="FFFFFF"/>
                </a:highlight>
              </a:rPr>
              <a:t>Create an empty RDD: You can use the </a:t>
            </a:r>
            <a:r>
              <a:rPr lang="en" sz="2000">
                <a:solidFill>
                  <a:srgbClr val="1F1F1F"/>
                </a:solidFill>
                <a:highlight>
                  <a:srgbClr val="FFFFFF"/>
                </a:highlight>
                <a:latin typeface="Courier New"/>
                <a:ea typeface="Courier New"/>
                <a:cs typeface="Courier New"/>
                <a:sym typeface="Courier New"/>
              </a:rPr>
              <a:t>emptyRDD()</a:t>
            </a:r>
            <a:r>
              <a:rPr lang="en" sz="2000">
                <a:solidFill>
                  <a:srgbClr val="1F1F1F"/>
                </a:solidFill>
                <a:highlight>
                  <a:srgbClr val="FFFFFF"/>
                </a:highlight>
              </a:rPr>
              <a:t> function to create an empty RDD.</a:t>
            </a:r>
            <a:endParaRPr sz="2000">
              <a:solidFill>
                <a:srgbClr val="1F1F1F"/>
              </a:solidFill>
              <a:highlight>
                <a:srgbClr val="FFFFFF"/>
              </a:highlight>
            </a:endParaRPr>
          </a:p>
          <a:p>
            <a:pPr marL="0" marR="0" lvl="0" indent="0" algn="l" rtl="0">
              <a:lnSpc>
                <a:spcPct val="115000"/>
              </a:lnSpc>
              <a:spcBef>
                <a:spcPts val="1100"/>
              </a:spcBef>
              <a:spcAft>
                <a:spcPts val="0"/>
              </a:spcAft>
              <a:buClr>
                <a:srgbClr val="000000"/>
              </a:buClr>
              <a:buSzPts val="2000"/>
              <a:buFont typeface="Arial"/>
              <a:buNone/>
            </a:pPr>
            <a:r>
              <a:rPr lang="en" sz="2000">
                <a:solidFill>
                  <a:srgbClr val="1F1F1F"/>
                </a:solidFill>
                <a:highlight>
                  <a:srgbClr val="FFFFFF"/>
                </a:highlight>
                <a:latin typeface="Courier New"/>
                <a:ea typeface="Courier New"/>
                <a:cs typeface="Courier New"/>
                <a:sym typeface="Courier New"/>
              </a:rPr>
              <a:t>rdd = sc.emptyRDD()</a:t>
            </a:r>
            <a:endParaRPr sz="2000">
              <a:solidFill>
                <a:srgbClr val="1F1F1F"/>
              </a:solidFill>
              <a:highlight>
                <a:srgbClr val="FFFFFF"/>
              </a:highlight>
              <a:latin typeface="Courier New"/>
              <a:ea typeface="Courier New"/>
              <a:cs typeface="Courier New"/>
              <a:sym typeface="Courier New"/>
            </a:endParaRPr>
          </a:p>
          <a:p>
            <a:pPr marL="152400" marR="152400" lvl="0" indent="0" algn="l" rtl="0">
              <a:lnSpc>
                <a:spcPct val="115000"/>
              </a:lnSpc>
              <a:spcBef>
                <a:spcPts val="0"/>
              </a:spcBef>
              <a:spcAft>
                <a:spcPts val="0"/>
              </a:spcAft>
              <a:buClr>
                <a:schemeClr val="dk1"/>
              </a:buClr>
              <a:buSzPts val="1100"/>
              <a:buFont typeface="Arial"/>
              <a:buNone/>
            </a:pPr>
            <a:endParaRPr sz="2000">
              <a:solidFill>
                <a:srgbClr val="1F1F1F"/>
              </a:solidFill>
              <a:highlight>
                <a:srgbClr val="FFFFFF"/>
              </a:highlight>
              <a:latin typeface="Courier New"/>
              <a:ea typeface="Courier New"/>
              <a:cs typeface="Courier New"/>
              <a:sym typeface="Courier New"/>
            </a:endParaRPr>
          </a:p>
          <a:p>
            <a:pPr marL="457200" lvl="0" indent="-355600" algn="l" rtl="0">
              <a:lnSpc>
                <a:spcPct val="115000"/>
              </a:lnSpc>
              <a:spcBef>
                <a:spcPts val="300"/>
              </a:spcBef>
              <a:spcAft>
                <a:spcPts val="0"/>
              </a:spcAft>
              <a:buClr>
                <a:srgbClr val="1F1F1F"/>
              </a:buClr>
              <a:buSzPts val="2000"/>
              <a:buChar char="●"/>
            </a:pPr>
            <a:r>
              <a:rPr lang="en" sz="2000">
                <a:solidFill>
                  <a:srgbClr val="1F1F1F"/>
                </a:solidFill>
                <a:highlight>
                  <a:srgbClr val="FFFFFF"/>
                </a:highlight>
              </a:rPr>
              <a:t>Create an RDD from another RDD: You can use the </a:t>
            </a:r>
            <a:r>
              <a:rPr lang="en" sz="2000">
                <a:solidFill>
                  <a:srgbClr val="1F1F1F"/>
                </a:solidFill>
                <a:highlight>
                  <a:srgbClr val="FFFFFF"/>
                </a:highlight>
                <a:latin typeface="Courier New"/>
                <a:ea typeface="Courier New"/>
                <a:cs typeface="Courier New"/>
                <a:sym typeface="Courier New"/>
              </a:rPr>
              <a:t>map()</a:t>
            </a:r>
            <a:r>
              <a:rPr lang="en" sz="2000">
                <a:solidFill>
                  <a:srgbClr val="1F1F1F"/>
                </a:solidFill>
                <a:highlight>
                  <a:srgbClr val="FFFFFF"/>
                </a:highlight>
              </a:rPr>
              <a:t> function to create an RDD from another RDD. The </a:t>
            </a:r>
            <a:r>
              <a:rPr lang="en" sz="2000">
                <a:solidFill>
                  <a:srgbClr val="1F1F1F"/>
                </a:solidFill>
                <a:highlight>
                  <a:srgbClr val="FFFFFF"/>
                </a:highlight>
                <a:latin typeface="Courier New"/>
                <a:ea typeface="Courier New"/>
                <a:cs typeface="Courier New"/>
                <a:sym typeface="Courier New"/>
              </a:rPr>
              <a:t>map()</a:t>
            </a:r>
            <a:r>
              <a:rPr lang="en" sz="2000">
                <a:solidFill>
                  <a:srgbClr val="1F1F1F"/>
                </a:solidFill>
                <a:highlight>
                  <a:srgbClr val="FFFFFF"/>
                </a:highlight>
              </a:rPr>
              <a:t> function takes a function as its argument. The function is applied to each element of the RDD and the results are collected into a new RDD.</a:t>
            </a:r>
            <a:endParaRPr sz="2000">
              <a:solidFill>
                <a:srgbClr val="1F1F1F"/>
              </a:solidFill>
              <a:highlight>
                <a:srgbClr val="FFFFFF"/>
              </a:highlight>
            </a:endParaRPr>
          </a:p>
          <a:p>
            <a:pPr marL="0" marR="0" lvl="0" indent="0" algn="l" rtl="0">
              <a:lnSpc>
                <a:spcPct val="115000"/>
              </a:lnSpc>
              <a:spcBef>
                <a:spcPts val="1100"/>
              </a:spcBef>
              <a:spcAft>
                <a:spcPts val="0"/>
              </a:spcAft>
              <a:buClr>
                <a:srgbClr val="000000"/>
              </a:buClr>
              <a:buSzPts val="2000"/>
              <a:buFont typeface="Arial"/>
              <a:buNone/>
            </a:pPr>
            <a:r>
              <a:rPr lang="en" sz="2000">
                <a:solidFill>
                  <a:srgbClr val="1F1F1F"/>
                </a:solidFill>
                <a:highlight>
                  <a:srgbClr val="FFFFFF"/>
                </a:highlight>
                <a:latin typeface="Courier New"/>
                <a:ea typeface="Courier New"/>
                <a:cs typeface="Courier New"/>
                <a:sym typeface="Courier New"/>
              </a:rPr>
              <a:t>rdd = sc.parallelize([1, 2, 3, 4, 5])</a:t>
            </a:r>
            <a:endParaRPr sz="2000">
              <a:solidFill>
                <a:srgbClr val="1F1F1F"/>
              </a:solidFill>
              <a:highlight>
                <a:srgbClr val="FFFFFF"/>
              </a:highlight>
              <a:latin typeface="Courier New"/>
              <a:ea typeface="Courier New"/>
              <a:cs typeface="Courier New"/>
              <a:sym typeface="Courier New"/>
            </a:endParaRPr>
          </a:p>
          <a:p>
            <a:pPr marL="152400" marR="152400" lvl="0" indent="0" algn="l" rtl="0">
              <a:lnSpc>
                <a:spcPct val="115000"/>
              </a:lnSpc>
              <a:spcBef>
                <a:spcPts val="0"/>
              </a:spcBef>
              <a:spcAft>
                <a:spcPts val="0"/>
              </a:spcAft>
              <a:buClr>
                <a:schemeClr val="dk1"/>
              </a:buClr>
              <a:buSzPts val="1100"/>
              <a:buFont typeface="Arial"/>
              <a:buNone/>
            </a:pPr>
            <a:r>
              <a:rPr lang="en" sz="2000">
                <a:solidFill>
                  <a:srgbClr val="1F1F1F"/>
                </a:solidFill>
                <a:highlight>
                  <a:srgbClr val="FFFFFF"/>
                </a:highlight>
                <a:latin typeface="Courier New"/>
                <a:ea typeface="Courier New"/>
                <a:cs typeface="Courier New"/>
                <a:sym typeface="Courier New"/>
              </a:rPr>
              <a:t>rdd2 = rdd.map(lambda x: x * 2)</a:t>
            </a:r>
            <a:endParaRPr sz="2000">
              <a:solidFill>
                <a:srgbClr val="1F1F1F"/>
              </a:solidFill>
              <a:highlight>
                <a:srgbClr val="FFFFFF"/>
              </a:highlight>
              <a:latin typeface="Courier New"/>
              <a:ea typeface="Courier New"/>
              <a:cs typeface="Courier New"/>
              <a:sym typeface="Courier New"/>
            </a:endParaRPr>
          </a:p>
          <a:p>
            <a:pPr marL="0" marR="0" lvl="0" indent="0" algn="l" rtl="0">
              <a:lnSpc>
                <a:spcPct val="115000"/>
              </a:lnSpc>
              <a:spcBef>
                <a:spcPts val="0"/>
              </a:spcBef>
              <a:spcAft>
                <a:spcPts val="0"/>
              </a:spcAft>
              <a:buClr>
                <a:srgbClr val="000000"/>
              </a:buClr>
              <a:buSzPts val="2000"/>
              <a:buFont typeface="Arial"/>
              <a:buNone/>
            </a:pPr>
            <a:endParaRPr sz="2000">
              <a:solidFill>
                <a:srgbClr val="1F1F1F"/>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0">
                                            <p:txEl>
                                              <p:pRg st="0" end="0"/>
                                            </p:txEl>
                                          </p:spTgt>
                                        </p:tgtEl>
                                        <p:attrNameLst>
                                          <p:attrName>style.visibility</p:attrName>
                                        </p:attrNameLst>
                                      </p:cBhvr>
                                      <p:to>
                                        <p:strVal val="visible"/>
                                      </p:to>
                                    </p:set>
                                    <p:anim calcmode="lin" valueType="num">
                                      <p:cBhvr additive="base">
                                        <p:cTn id="7" dur="300"/>
                                        <p:tgtEl>
                                          <p:spTgt spid="6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10">
                                            <p:txEl>
                                              <p:pRg st="1" end="1"/>
                                            </p:txEl>
                                          </p:spTgt>
                                        </p:tgtEl>
                                        <p:attrNameLst>
                                          <p:attrName>style.visibility</p:attrName>
                                        </p:attrNameLst>
                                      </p:cBhvr>
                                      <p:to>
                                        <p:strVal val="visible"/>
                                      </p:to>
                                    </p:set>
                                    <p:anim calcmode="lin" valueType="num">
                                      <p:cBhvr additive="base">
                                        <p:cTn id="12" dur="300"/>
                                        <p:tgtEl>
                                          <p:spTgt spid="6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10">
                                            <p:txEl>
                                              <p:pRg st="2" end="2"/>
                                            </p:txEl>
                                          </p:spTgt>
                                        </p:tgtEl>
                                        <p:attrNameLst>
                                          <p:attrName>style.visibility</p:attrName>
                                        </p:attrNameLst>
                                      </p:cBhvr>
                                      <p:to>
                                        <p:strVal val="visible"/>
                                      </p:to>
                                    </p:set>
                                    <p:anim calcmode="lin" valueType="num">
                                      <p:cBhvr additive="base">
                                        <p:cTn id="17" dur="300"/>
                                        <p:tgtEl>
                                          <p:spTgt spid="6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610">
                                            <p:txEl>
                                              <p:pRg st="3" end="3"/>
                                            </p:txEl>
                                          </p:spTgt>
                                        </p:tgtEl>
                                        <p:attrNameLst>
                                          <p:attrName>style.visibility</p:attrName>
                                        </p:attrNameLst>
                                      </p:cBhvr>
                                      <p:to>
                                        <p:strVal val="visible"/>
                                      </p:to>
                                    </p:set>
                                    <p:anim calcmode="lin" valueType="num">
                                      <p:cBhvr additive="base">
                                        <p:cTn id="22" dur="300"/>
                                        <p:tgtEl>
                                          <p:spTgt spid="6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10">
                                            <p:txEl>
                                              <p:pRg st="4" end="4"/>
                                            </p:txEl>
                                          </p:spTgt>
                                        </p:tgtEl>
                                        <p:attrNameLst>
                                          <p:attrName>style.visibility</p:attrName>
                                        </p:attrNameLst>
                                      </p:cBhvr>
                                      <p:to>
                                        <p:strVal val="visible"/>
                                      </p:to>
                                    </p:set>
                                    <p:anim calcmode="lin" valueType="num">
                                      <p:cBhvr additive="base">
                                        <p:cTn id="27" dur="300"/>
                                        <p:tgtEl>
                                          <p:spTgt spid="6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610">
                                            <p:txEl>
                                              <p:pRg st="5" end="5"/>
                                            </p:txEl>
                                          </p:spTgt>
                                        </p:tgtEl>
                                        <p:attrNameLst>
                                          <p:attrName>style.visibility</p:attrName>
                                        </p:attrNameLst>
                                      </p:cBhvr>
                                      <p:to>
                                        <p:strVal val="visible"/>
                                      </p:to>
                                    </p:set>
                                    <p:anim calcmode="lin" valueType="num">
                                      <p:cBhvr additive="base">
                                        <p:cTn id="32" dur="300"/>
                                        <p:tgtEl>
                                          <p:spTgt spid="6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10">
                                            <p:txEl>
                                              <p:pRg st="6" end="6"/>
                                            </p:txEl>
                                          </p:spTgt>
                                        </p:tgtEl>
                                        <p:attrNameLst>
                                          <p:attrName>style.visibility</p:attrName>
                                        </p:attrNameLst>
                                      </p:cBhvr>
                                      <p:to>
                                        <p:strVal val="visible"/>
                                      </p:to>
                                    </p:set>
                                    <p:anim calcmode="lin" valueType="num">
                                      <p:cBhvr additive="base">
                                        <p:cTn id="37" dur="300"/>
                                        <p:tgtEl>
                                          <p:spTgt spid="610">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g27d2bce3ac4_1_97"/>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17" name="Google Shape;617;g27d2bce3ac4_1_97"/>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Creating RDDs</a:t>
            </a:r>
            <a:endParaRPr sz="2400">
              <a:solidFill>
                <a:srgbClr val="FFFFFF"/>
              </a:solidFill>
            </a:endParaRPr>
          </a:p>
        </p:txBody>
      </p:sp>
      <p:sp>
        <p:nvSpPr>
          <p:cNvPr id="618" name="Google Shape;618;g27d2bce3ac4_1_97"/>
          <p:cNvSpPr txBox="1"/>
          <p:nvPr/>
        </p:nvSpPr>
        <p:spPr>
          <a:xfrm>
            <a:off x="155125" y="793450"/>
            <a:ext cx="8629500" cy="41937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300"/>
              </a:spcBef>
              <a:spcAft>
                <a:spcPts val="0"/>
              </a:spcAft>
              <a:buClr>
                <a:srgbClr val="1F1F1F"/>
              </a:buClr>
              <a:buSzPts val="2000"/>
              <a:buChar char="●"/>
            </a:pPr>
            <a:r>
              <a:rPr lang="en" sz="2000">
                <a:solidFill>
                  <a:srgbClr val="1F1F1F"/>
                </a:solidFill>
                <a:highlight>
                  <a:srgbClr val="FFFFFF"/>
                </a:highlight>
              </a:rPr>
              <a:t>Create an RDD from a database: You can use the </a:t>
            </a:r>
            <a:r>
              <a:rPr lang="en" sz="2000">
                <a:solidFill>
                  <a:srgbClr val="1F1F1F"/>
                </a:solidFill>
                <a:highlight>
                  <a:srgbClr val="FFFFFF"/>
                </a:highlight>
                <a:latin typeface="Courier New"/>
                <a:ea typeface="Courier New"/>
                <a:cs typeface="Courier New"/>
                <a:sym typeface="Courier New"/>
              </a:rPr>
              <a:t>read()</a:t>
            </a:r>
            <a:r>
              <a:rPr lang="en" sz="2000">
                <a:solidFill>
                  <a:srgbClr val="1F1F1F"/>
                </a:solidFill>
                <a:highlight>
                  <a:srgbClr val="FFFFFF"/>
                </a:highlight>
              </a:rPr>
              <a:t> function to create an RDD from a database. The </a:t>
            </a:r>
            <a:r>
              <a:rPr lang="en" sz="2000">
                <a:solidFill>
                  <a:srgbClr val="1F1F1F"/>
                </a:solidFill>
                <a:highlight>
                  <a:srgbClr val="FFFFFF"/>
                </a:highlight>
                <a:latin typeface="Courier New"/>
                <a:ea typeface="Courier New"/>
                <a:cs typeface="Courier New"/>
                <a:sym typeface="Courier New"/>
              </a:rPr>
              <a:t>read()</a:t>
            </a:r>
            <a:r>
              <a:rPr lang="en" sz="2000">
                <a:solidFill>
                  <a:srgbClr val="1F1F1F"/>
                </a:solidFill>
                <a:highlight>
                  <a:srgbClr val="FFFFFF"/>
                </a:highlight>
              </a:rPr>
              <a:t> function takes the JDBC URL to the database as its argument.</a:t>
            </a:r>
            <a:endParaRPr sz="2000">
              <a:solidFill>
                <a:srgbClr val="1F1F1F"/>
              </a:solidFill>
              <a:highlight>
                <a:srgbClr val="FFFFFF"/>
              </a:highlight>
            </a:endParaRPr>
          </a:p>
          <a:p>
            <a:pPr marL="152400" marR="152400" lvl="0" indent="0" algn="l" rtl="0">
              <a:lnSpc>
                <a:spcPct val="115000"/>
              </a:lnSpc>
              <a:spcBef>
                <a:spcPts val="1100"/>
              </a:spcBef>
              <a:spcAft>
                <a:spcPts val="0"/>
              </a:spcAft>
              <a:buClr>
                <a:schemeClr val="dk1"/>
              </a:buClr>
              <a:buSzPts val="1100"/>
              <a:buFont typeface="Arial"/>
              <a:buNone/>
            </a:pPr>
            <a:r>
              <a:rPr lang="en" sz="2000">
                <a:solidFill>
                  <a:srgbClr val="1F1F1F"/>
                </a:solidFill>
                <a:highlight>
                  <a:srgbClr val="FFFFFF"/>
                </a:highlight>
                <a:latin typeface="Courier New"/>
                <a:ea typeface="Courier New"/>
                <a:cs typeface="Courier New"/>
                <a:sym typeface="Courier New"/>
              </a:rPr>
              <a:t>rdd = sc.read("jdbc:mysql://localhost:3306/db", "table")</a:t>
            </a:r>
            <a:endParaRPr sz="2000">
              <a:solidFill>
                <a:srgbClr val="1F1F1F"/>
              </a:solidFill>
              <a:highlight>
                <a:srgbClr val="FFFFFF"/>
              </a:highlight>
              <a:latin typeface="Courier New"/>
              <a:ea typeface="Courier New"/>
              <a:cs typeface="Courier New"/>
              <a:sym typeface="Courier New"/>
            </a:endParaRPr>
          </a:p>
          <a:p>
            <a:pPr marL="0" marR="0" lvl="0" indent="0" algn="l" rtl="0">
              <a:lnSpc>
                <a:spcPct val="115000"/>
              </a:lnSpc>
              <a:spcBef>
                <a:spcPts val="0"/>
              </a:spcBef>
              <a:spcAft>
                <a:spcPts val="0"/>
              </a:spcAft>
              <a:buClr>
                <a:srgbClr val="000000"/>
              </a:buClr>
              <a:buSzPts val="2000"/>
              <a:buFont typeface="Arial"/>
              <a:buNone/>
            </a:pPr>
            <a:endParaRPr sz="2000">
              <a:solidFill>
                <a:srgbClr val="1F1F1F"/>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8">
                                            <p:txEl>
                                              <p:pRg st="0" end="0"/>
                                            </p:txEl>
                                          </p:spTgt>
                                        </p:tgtEl>
                                        <p:attrNameLst>
                                          <p:attrName>style.visibility</p:attrName>
                                        </p:attrNameLst>
                                      </p:cBhvr>
                                      <p:to>
                                        <p:strVal val="visible"/>
                                      </p:to>
                                    </p:set>
                                    <p:anim calcmode="lin" valueType="num">
                                      <p:cBhvr additive="base">
                                        <p:cTn id="7" dur="300"/>
                                        <p:tgtEl>
                                          <p:spTgt spid="61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18">
                                            <p:txEl>
                                              <p:pRg st="1" end="1"/>
                                            </p:txEl>
                                          </p:spTgt>
                                        </p:tgtEl>
                                        <p:attrNameLst>
                                          <p:attrName>style.visibility</p:attrName>
                                        </p:attrNameLst>
                                      </p:cBhvr>
                                      <p:to>
                                        <p:strVal val="visible"/>
                                      </p:to>
                                    </p:set>
                                    <p:anim calcmode="lin" valueType="num">
                                      <p:cBhvr additive="base">
                                        <p:cTn id="12" dur="300"/>
                                        <p:tgtEl>
                                          <p:spTgt spid="61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18">
                                            <p:txEl>
                                              <p:pRg st="2" end="2"/>
                                            </p:txEl>
                                          </p:spTgt>
                                        </p:tgtEl>
                                        <p:attrNameLst>
                                          <p:attrName>style.visibility</p:attrName>
                                        </p:attrNameLst>
                                      </p:cBhvr>
                                      <p:to>
                                        <p:strVal val="visible"/>
                                      </p:to>
                                    </p:set>
                                    <p:anim calcmode="lin" valueType="num">
                                      <p:cBhvr additive="base">
                                        <p:cTn id="17" dur="300"/>
                                        <p:tgtEl>
                                          <p:spTgt spid="61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624" name="Google Shape;624;g27d2bce3ac4_1_137"/>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25" name="Google Shape;625;g27d2bce3ac4_1_137"/>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Operations on RDDs</a:t>
            </a:r>
            <a:endParaRPr sz="2400">
              <a:solidFill>
                <a:srgbClr val="FFFFFF"/>
              </a:solidFill>
            </a:endParaRPr>
          </a:p>
        </p:txBody>
      </p:sp>
      <p:sp>
        <p:nvSpPr>
          <p:cNvPr id="626" name="Google Shape;626;g27d2bce3ac4_1_137"/>
          <p:cNvSpPr txBox="1"/>
          <p:nvPr/>
        </p:nvSpPr>
        <p:spPr>
          <a:xfrm>
            <a:off x="155125" y="793450"/>
            <a:ext cx="8629500" cy="4193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rgbClr val="1F1F1F"/>
              </a:buClr>
              <a:buSzPts val="2000"/>
              <a:buChar char="●"/>
            </a:pPr>
            <a:r>
              <a:rPr lang="en" sz="2000">
                <a:solidFill>
                  <a:srgbClr val="1F1F1F"/>
                </a:solidFill>
                <a:highlight>
                  <a:srgbClr val="FFFFFF"/>
                </a:highlight>
              </a:rPr>
              <a:t>Transformations: Transformations are operations that create new RDDs from existing RDDs. Some common transformations include map, filter, and reduce.</a:t>
            </a:r>
            <a:endParaRPr sz="2000">
              <a:solidFill>
                <a:srgbClr val="1F1F1F"/>
              </a:solidFill>
              <a:highlight>
                <a:srgbClr val="FFFFFF"/>
              </a:highlight>
            </a:endParaRPr>
          </a:p>
          <a:p>
            <a:pPr marL="457200" marR="0" lvl="0" indent="0" algn="l" rtl="0">
              <a:lnSpc>
                <a:spcPct val="115000"/>
              </a:lnSpc>
              <a:spcBef>
                <a:spcPts val="0"/>
              </a:spcBef>
              <a:spcAft>
                <a:spcPts val="0"/>
              </a:spcAft>
              <a:buNone/>
            </a:pPr>
            <a:endParaRPr sz="2000">
              <a:solidFill>
                <a:srgbClr val="1F1F1F"/>
              </a:solidFill>
              <a:highlight>
                <a:srgbClr val="FFFFFF"/>
              </a:highlight>
            </a:endParaRPr>
          </a:p>
          <a:p>
            <a:pPr marL="0" marR="0" lvl="0" indent="0" algn="l" rtl="0">
              <a:lnSpc>
                <a:spcPct val="115000"/>
              </a:lnSpc>
              <a:spcBef>
                <a:spcPts val="0"/>
              </a:spcBef>
              <a:spcAft>
                <a:spcPts val="0"/>
              </a:spcAft>
              <a:buClr>
                <a:srgbClr val="000000"/>
              </a:buClr>
              <a:buSzPts val="2000"/>
              <a:buFont typeface="Arial"/>
              <a:buNone/>
            </a:pPr>
            <a:endParaRPr sz="2000">
              <a:solidFill>
                <a:srgbClr val="1F1F1F"/>
              </a:solidFill>
              <a:highlight>
                <a:srgbClr val="FFFFFF"/>
              </a:highlight>
            </a:endParaRPr>
          </a:p>
        </p:txBody>
      </p:sp>
      <p:pic>
        <p:nvPicPr>
          <p:cNvPr id="628" name="Google Shape;628;g27d2bce3ac4_1_137"/>
          <p:cNvPicPr preferRelativeResize="0"/>
          <p:nvPr/>
        </p:nvPicPr>
        <p:blipFill>
          <a:blip r:embed="rId3">
            <a:alphaModFix/>
          </a:blip>
          <a:stretch>
            <a:fillRect/>
          </a:stretch>
        </p:blipFill>
        <p:spPr>
          <a:xfrm>
            <a:off x="1468288" y="1996300"/>
            <a:ext cx="5838825" cy="29908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6">
                                            <p:txEl>
                                              <p:pRg st="0" end="0"/>
                                            </p:txEl>
                                          </p:spTgt>
                                        </p:tgtEl>
                                        <p:attrNameLst>
                                          <p:attrName>style.visibility</p:attrName>
                                        </p:attrNameLst>
                                      </p:cBhvr>
                                      <p:to>
                                        <p:strVal val="visible"/>
                                      </p:to>
                                    </p:set>
                                    <p:anim calcmode="lin" valueType="num">
                                      <p:cBhvr additive="base">
                                        <p:cTn id="7" dur="300"/>
                                        <p:tgtEl>
                                          <p:spTgt spid="62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26">
                                            <p:txEl>
                                              <p:pRg st="1" end="1"/>
                                            </p:txEl>
                                          </p:spTgt>
                                        </p:tgtEl>
                                        <p:attrNameLst>
                                          <p:attrName>style.visibility</p:attrName>
                                        </p:attrNameLst>
                                      </p:cBhvr>
                                      <p:to>
                                        <p:strVal val="visible"/>
                                      </p:to>
                                    </p:set>
                                    <p:anim calcmode="lin" valueType="num">
                                      <p:cBhvr additive="base">
                                        <p:cTn id="12" dur="300"/>
                                        <p:tgtEl>
                                          <p:spTgt spid="62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26">
                                            <p:txEl>
                                              <p:pRg st="2" end="2"/>
                                            </p:txEl>
                                          </p:spTgt>
                                        </p:tgtEl>
                                        <p:attrNameLst>
                                          <p:attrName>style.visibility</p:attrName>
                                        </p:attrNameLst>
                                      </p:cBhvr>
                                      <p:to>
                                        <p:strVal val="visible"/>
                                      </p:to>
                                    </p:set>
                                    <p:anim calcmode="lin" valueType="num">
                                      <p:cBhvr additive="base">
                                        <p:cTn id="17" dur="300"/>
                                        <p:tgtEl>
                                          <p:spTgt spid="626">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g27d2bce3ac4_1_113"/>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34" name="Google Shape;634;g27d2bce3ac4_1_113"/>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Operations on RDDs</a:t>
            </a:r>
            <a:endParaRPr sz="2400">
              <a:solidFill>
                <a:srgbClr val="FFFFFF"/>
              </a:solidFill>
            </a:endParaRPr>
          </a:p>
        </p:txBody>
      </p:sp>
      <p:sp>
        <p:nvSpPr>
          <p:cNvPr id="635" name="Google Shape;635;g27d2bce3ac4_1_113"/>
          <p:cNvSpPr txBox="1"/>
          <p:nvPr/>
        </p:nvSpPr>
        <p:spPr>
          <a:xfrm>
            <a:off x="155125" y="793450"/>
            <a:ext cx="8629500" cy="4193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rgbClr val="1F1F1F"/>
              </a:buClr>
              <a:buSzPts val="2000"/>
              <a:buChar char="●"/>
            </a:pPr>
            <a:r>
              <a:rPr lang="en" sz="2000">
                <a:solidFill>
                  <a:srgbClr val="1F1F1F"/>
                </a:solidFill>
                <a:highlight>
                  <a:srgbClr val="FFFFFF"/>
                </a:highlight>
              </a:rPr>
              <a:t>Actions: Actions are operations that return a value from an RDD. Some common actions include count, reduce, and collect.</a:t>
            </a:r>
            <a:endParaRPr sz="2000">
              <a:solidFill>
                <a:srgbClr val="1F1F1F"/>
              </a:solidFill>
              <a:highlight>
                <a:srgbClr val="FFFFFF"/>
              </a:highlight>
            </a:endParaRPr>
          </a:p>
          <a:p>
            <a:pPr marL="457200" marR="0" lvl="0" indent="0" algn="l" rtl="0">
              <a:lnSpc>
                <a:spcPct val="115000"/>
              </a:lnSpc>
              <a:spcBef>
                <a:spcPts val="0"/>
              </a:spcBef>
              <a:spcAft>
                <a:spcPts val="0"/>
              </a:spcAft>
              <a:buNone/>
            </a:pPr>
            <a:endParaRPr sz="2000">
              <a:solidFill>
                <a:srgbClr val="1F1F1F"/>
              </a:solidFill>
              <a:highlight>
                <a:srgbClr val="FFFFFF"/>
              </a:highlight>
            </a:endParaRPr>
          </a:p>
          <a:p>
            <a:pPr marL="457200" lvl="0" indent="-342900" algn="l" rtl="0">
              <a:lnSpc>
                <a:spcPct val="115000"/>
              </a:lnSpc>
              <a:spcBef>
                <a:spcPts val="300"/>
              </a:spcBef>
              <a:spcAft>
                <a:spcPts val="0"/>
              </a:spcAft>
              <a:buClr>
                <a:srgbClr val="1F1F1F"/>
              </a:buClr>
              <a:buSzPts val="1800"/>
              <a:buChar char="●"/>
            </a:pPr>
            <a:r>
              <a:rPr lang="en" sz="1800">
                <a:solidFill>
                  <a:srgbClr val="1F1F1F"/>
                </a:solidFill>
                <a:highlight>
                  <a:srgbClr val="FFFFFF"/>
                </a:highlight>
              </a:rPr>
              <a:t>count(): Returns the number of elements in an RDD.</a:t>
            </a:r>
            <a:endParaRPr sz="1800">
              <a:solidFill>
                <a:srgbClr val="1F1F1F"/>
              </a:solidFill>
              <a:highlight>
                <a:srgbClr val="FFFFFF"/>
              </a:highlight>
            </a:endParaRPr>
          </a:p>
          <a:p>
            <a:pPr marL="457200" lvl="0" indent="-342900" algn="l" rtl="0">
              <a:lnSpc>
                <a:spcPct val="115000"/>
              </a:lnSpc>
              <a:spcBef>
                <a:spcPts val="0"/>
              </a:spcBef>
              <a:spcAft>
                <a:spcPts val="0"/>
              </a:spcAft>
              <a:buClr>
                <a:srgbClr val="1F1F1F"/>
              </a:buClr>
              <a:buSzPts val="1800"/>
              <a:buChar char="●"/>
            </a:pPr>
            <a:r>
              <a:rPr lang="en" sz="1800">
                <a:solidFill>
                  <a:srgbClr val="1F1F1F"/>
                </a:solidFill>
                <a:highlight>
                  <a:srgbClr val="FFFFFF"/>
                </a:highlight>
              </a:rPr>
              <a:t>reduce(): Reduces the elements of an RDD to a single value using a binary function.</a:t>
            </a:r>
            <a:endParaRPr sz="1800">
              <a:solidFill>
                <a:srgbClr val="1F1F1F"/>
              </a:solidFill>
              <a:highlight>
                <a:srgbClr val="FFFFFF"/>
              </a:highlight>
            </a:endParaRPr>
          </a:p>
          <a:p>
            <a:pPr marL="457200" lvl="0" indent="-342900" algn="l" rtl="0">
              <a:lnSpc>
                <a:spcPct val="115000"/>
              </a:lnSpc>
              <a:spcBef>
                <a:spcPts val="0"/>
              </a:spcBef>
              <a:spcAft>
                <a:spcPts val="0"/>
              </a:spcAft>
              <a:buClr>
                <a:srgbClr val="1F1F1F"/>
              </a:buClr>
              <a:buSzPts val="1800"/>
              <a:buChar char="●"/>
            </a:pPr>
            <a:r>
              <a:rPr lang="en" sz="1800">
                <a:solidFill>
                  <a:srgbClr val="1F1F1F"/>
                </a:solidFill>
                <a:highlight>
                  <a:srgbClr val="FFFFFF"/>
                </a:highlight>
              </a:rPr>
              <a:t>collect(): Returns all of the elements in an RDD as a list.</a:t>
            </a:r>
            <a:endParaRPr sz="1800">
              <a:solidFill>
                <a:srgbClr val="1F1F1F"/>
              </a:solidFill>
              <a:highlight>
                <a:srgbClr val="FFFFFF"/>
              </a:highlight>
            </a:endParaRPr>
          </a:p>
          <a:p>
            <a:pPr marL="457200" lvl="0" indent="-342900" algn="l" rtl="0">
              <a:lnSpc>
                <a:spcPct val="115000"/>
              </a:lnSpc>
              <a:spcBef>
                <a:spcPts val="0"/>
              </a:spcBef>
              <a:spcAft>
                <a:spcPts val="0"/>
              </a:spcAft>
              <a:buClr>
                <a:srgbClr val="1F1F1F"/>
              </a:buClr>
              <a:buSzPts val="1800"/>
              <a:buChar char="●"/>
            </a:pPr>
            <a:r>
              <a:rPr lang="en" sz="1800">
                <a:solidFill>
                  <a:srgbClr val="1F1F1F"/>
                </a:solidFill>
                <a:highlight>
                  <a:srgbClr val="FFFFFF"/>
                </a:highlight>
              </a:rPr>
              <a:t>take(): Returns the first </a:t>
            </a:r>
            <a:r>
              <a:rPr lang="en" sz="1800">
                <a:solidFill>
                  <a:srgbClr val="1F1F1F"/>
                </a:solidFill>
                <a:highlight>
                  <a:srgbClr val="FFFFFF"/>
                </a:highlight>
                <a:latin typeface="Courier New"/>
                <a:ea typeface="Courier New"/>
                <a:cs typeface="Courier New"/>
                <a:sym typeface="Courier New"/>
              </a:rPr>
              <a:t>n</a:t>
            </a:r>
            <a:r>
              <a:rPr lang="en" sz="1800">
                <a:solidFill>
                  <a:srgbClr val="1F1F1F"/>
                </a:solidFill>
                <a:highlight>
                  <a:srgbClr val="FFFFFF"/>
                </a:highlight>
              </a:rPr>
              <a:t> elements of an RDD.</a:t>
            </a:r>
            <a:endParaRPr sz="1800">
              <a:solidFill>
                <a:srgbClr val="1F1F1F"/>
              </a:solidFill>
              <a:highlight>
                <a:srgbClr val="FFFFFF"/>
              </a:highlight>
            </a:endParaRPr>
          </a:p>
          <a:p>
            <a:pPr marL="457200" lvl="0" indent="-342900" algn="l" rtl="0">
              <a:lnSpc>
                <a:spcPct val="115000"/>
              </a:lnSpc>
              <a:spcBef>
                <a:spcPts val="0"/>
              </a:spcBef>
              <a:spcAft>
                <a:spcPts val="0"/>
              </a:spcAft>
              <a:buClr>
                <a:srgbClr val="1F1F1F"/>
              </a:buClr>
              <a:buSzPts val="1800"/>
              <a:buChar char="●"/>
            </a:pPr>
            <a:r>
              <a:rPr lang="en" sz="1800">
                <a:solidFill>
                  <a:srgbClr val="1F1F1F"/>
                </a:solidFill>
                <a:highlight>
                  <a:srgbClr val="FFFFFF"/>
                </a:highlight>
              </a:rPr>
              <a:t>takeOrdered(): Returns the first </a:t>
            </a:r>
            <a:r>
              <a:rPr lang="en" sz="1800">
                <a:solidFill>
                  <a:srgbClr val="1F1F1F"/>
                </a:solidFill>
                <a:highlight>
                  <a:srgbClr val="FFFFFF"/>
                </a:highlight>
                <a:latin typeface="Courier New"/>
                <a:ea typeface="Courier New"/>
                <a:cs typeface="Courier New"/>
                <a:sym typeface="Courier New"/>
              </a:rPr>
              <a:t>n</a:t>
            </a:r>
            <a:r>
              <a:rPr lang="en" sz="1800">
                <a:solidFill>
                  <a:srgbClr val="1F1F1F"/>
                </a:solidFill>
                <a:highlight>
                  <a:srgbClr val="FFFFFF"/>
                </a:highlight>
              </a:rPr>
              <a:t> elements of an RDD in sorted order.</a:t>
            </a:r>
            <a:endParaRPr sz="1800">
              <a:solidFill>
                <a:srgbClr val="1F1F1F"/>
              </a:solidFill>
              <a:highlight>
                <a:srgbClr val="FFFFFF"/>
              </a:highlight>
            </a:endParaRPr>
          </a:p>
          <a:p>
            <a:pPr marL="457200" lvl="0" indent="-342900" algn="l" rtl="0">
              <a:lnSpc>
                <a:spcPct val="115000"/>
              </a:lnSpc>
              <a:spcBef>
                <a:spcPts val="0"/>
              </a:spcBef>
              <a:spcAft>
                <a:spcPts val="0"/>
              </a:spcAft>
              <a:buClr>
                <a:srgbClr val="1F1F1F"/>
              </a:buClr>
              <a:buSzPts val="1800"/>
              <a:buChar char="●"/>
            </a:pPr>
            <a:r>
              <a:rPr lang="en" sz="1800">
                <a:solidFill>
                  <a:srgbClr val="1F1F1F"/>
                </a:solidFill>
                <a:highlight>
                  <a:srgbClr val="FFFFFF"/>
                </a:highlight>
              </a:rPr>
              <a:t>saveAsTextFile(): Saves an RDD to a text file.</a:t>
            </a:r>
            <a:endParaRPr sz="1800">
              <a:solidFill>
                <a:srgbClr val="1F1F1F"/>
              </a:solidFill>
              <a:highlight>
                <a:srgbClr val="FFFFFF"/>
              </a:highlight>
            </a:endParaRPr>
          </a:p>
          <a:p>
            <a:pPr marL="457200" lvl="0" indent="-342900" algn="l" rtl="0">
              <a:lnSpc>
                <a:spcPct val="115000"/>
              </a:lnSpc>
              <a:spcBef>
                <a:spcPts val="0"/>
              </a:spcBef>
              <a:spcAft>
                <a:spcPts val="0"/>
              </a:spcAft>
              <a:buClr>
                <a:srgbClr val="1F1F1F"/>
              </a:buClr>
              <a:buSzPts val="1800"/>
              <a:buChar char="●"/>
            </a:pPr>
            <a:r>
              <a:rPr lang="en" sz="1800">
                <a:solidFill>
                  <a:srgbClr val="1F1F1F"/>
                </a:solidFill>
                <a:highlight>
                  <a:srgbClr val="FFFFFF"/>
                </a:highlight>
              </a:rPr>
              <a:t>saveAsSequenceFile(): Saves an RDD to a sequence file.</a:t>
            </a:r>
            <a:endParaRPr sz="1800">
              <a:solidFill>
                <a:srgbClr val="1F1F1F"/>
              </a:solidFill>
              <a:highlight>
                <a:srgbClr val="FFFFFF"/>
              </a:highlight>
            </a:endParaRPr>
          </a:p>
          <a:p>
            <a:pPr marL="0" marR="0" lvl="0" indent="0" algn="l" rtl="0">
              <a:lnSpc>
                <a:spcPct val="115000"/>
              </a:lnSpc>
              <a:spcBef>
                <a:spcPts val="1100"/>
              </a:spcBef>
              <a:spcAft>
                <a:spcPts val="0"/>
              </a:spcAft>
              <a:buClr>
                <a:srgbClr val="000000"/>
              </a:buClr>
              <a:buSzPts val="2000"/>
              <a:buFont typeface="Arial"/>
              <a:buNone/>
            </a:pPr>
            <a:endParaRPr sz="2000">
              <a:solidFill>
                <a:srgbClr val="1F1F1F"/>
              </a:solidFill>
              <a:highlight>
                <a:srgbClr val="FFFFFF"/>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35">
                                            <p:txEl>
                                              <p:pRg st="0" end="0"/>
                                            </p:txEl>
                                          </p:spTgt>
                                        </p:tgtEl>
                                        <p:attrNameLst>
                                          <p:attrName>style.visibility</p:attrName>
                                        </p:attrNameLst>
                                      </p:cBhvr>
                                      <p:to>
                                        <p:strVal val="visible"/>
                                      </p:to>
                                    </p:set>
                                    <p:anim calcmode="lin" valueType="num">
                                      <p:cBhvr additive="base">
                                        <p:cTn id="7" dur="300"/>
                                        <p:tgtEl>
                                          <p:spTgt spid="63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35">
                                            <p:txEl>
                                              <p:pRg st="1" end="1"/>
                                            </p:txEl>
                                          </p:spTgt>
                                        </p:tgtEl>
                                        <p:attrNameLst>
                                          <p:attrName>style.visibility</p:attrName>
                                        </p:attrNameLst>
                                      </p:cBhvr>
                                      <p:to>
                                        <p:strVal val="visible"/>
                                      </p:to>
                                    </p:set>
                                    <p:anim calcmode="lin" valueType="num">
                                      <p:cBhvr additive="base">
                                        <p:cTn id="12" dur="300"/>
                                        <p:tgtEl>
                                          <p:spTgt spid="63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35">
                                            <p:txEl>
                                              <p:pRg st="2" end="2"/>
                                            </p:txEl>
                                          </p:spTgt>
                                        </p:tgtEl>
                                        <p:attrNameLst>
                                          <p:attrName>style.visibility</p:attrName>
                                        </p:attrNameLst>
                                      </p:cBhvr>
                                      <p:to>
                                        <p:strVal val="visible"/>
                                      </p:to>
                                    </p:set>
                                    <p:anim calcmode="lin" valueType="num">
                                      <p:cBhvr additive="base">
                                        <p:cTn id="17" dur="300"/>
                                        <p:tgtEl>
                                          <p:spTgt spid="63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635">
                                            <p:txEl>
                                              <p:pRg st="3" end="3"/>
                                            </p:txEl>
                                          </p:spTgt>
                                        </p:tgtEl>
                                        <p:attrNameLst>
                                          <p:attrName>style.visibility</p:attrName>
                                        </p:attrNameLst>
                                      </p:cBhvr>
                                      <p:to>
                                        <p:strVal val="visible"/>
                                      </p:to>
                                    </p:set>
                                    <p:anim calcmode="lin" valueType="num">
                                      <p:cBhvr additive="base">
                                        <p:cTn id="22" dur="300"/>
                                        <p:tgtEl>
                                          <p:spTgt spid="63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35">
                                            <p:txEl>
                                              <p:pRg st="4" end="4"/>
                                            </p:txEl>
                                          </p:spTgt>
                                        </p:tgtEl>
                                        <p:attrNameLst>
                                          <p:attrName>style.visibility</p:attrName>
                                        </p:attrNameLst>
                                      </p:cBhvr>
                                      <p:to>
                                        <p:strVal val="visible"/>
                                      </p:to>
                                    </p:set>
                                    <p:anim calcmode="lin" valueType="num">
                                      <p:cBhvr additive="base">
                                        <p:cTn id="27" dur="300"/>
                                        <p:tgtEl>
                                          <p:spTgt spid="63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635">
                                            <p:txEl>
                                              <p:pRg st="5" end="5"/>
                                            </p:txEl>
                                          </p:spTgt>
                                        </p:tgtEl>
                                        <p:attrNameLst>
                                          <p:attrName>style.visibility</p:attrName>
                                        </p:attrNameLst>
                                      </p:cBhvr>
                                      <p:to>
                                        <p:strVal val="visible"/>
                                      </p:to>
                                    </p:set>
                                    <p:anim calcmode="lin" valueType="num">
                                      <p:cBhvr additive="base">
                                        <p:cTn id="32" dur="300"/>
                                        <p:tgtEl>
                                          <p:spTgt spid="63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35">
                                            <p:txEl>
                                              <p:pRg st="6" end="6"/>
                                            </p:txEl>
                                          </p:spTgt>
                                        </p:tgtEl>
                                        <p:attrNameLst>
                                          <p:attrName>style.visibility</p:attrName>
                                        </p:attrNameLst>
                                      </p:cBhvr>
                                      <p:to>
                                        <p:strVal val="visible"/>
                                      </p:to>
                                    </p:set>
                                    <p:anim calcmode="lin" valueType="num">
                                      <p:cBhvr additive="base">
                                        <p:cTn id="37" dur="300"/>
                                        <p:tgtEl>
                                          <p:spTgt spid="63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635">
                                            <p:txEl>
                                              <p:pRg st="7" end="7"/>
                                            </p:txEl>
                                          </p:spTgt>
                                        </p:tgtEl>
                                        <p:attrNameLst>
                                          <p:attrName>style.visibility</p:attrName>
                                        </p:attrNameLst>
                                      </p:cBhvr>
                                      <p:to>
                                        <p:strVal val="visible"/>
                                      </p:to>
                                    </p:set>
                                    <p:anim calcmode="lin" valueType="num">
                                      <p:cBhvr additive="base">
                                        <p:cTn id="42" dur="300"/>
                                        <p:tgtEl>
                                          <p:spTgt spid="635">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635">
                                            <p:txEl>
                                              <p:pRg st="8" end="8"/>
                                            </p:txEl>
                                          </p:spTgt>
                                        </p:tgtEl>
                                        <p:attrNameLst>
                                          <p:attrName>style.visibility</p:attrName>
                                        </p:attrNameLst>
                                      </p:cBhvr>
                                      <p:to>
                                        <p:strVal val="visible"/>
                                      </p:to>
                                    </p:set>
                                    <p:anim calcmode="lin" valueType="num">
                                      <p:cBhvr additive="base">
                                        <p:cTn id="47" dur="300"/>
                                        <p:tgtEl>
                                          <p:spTgt spid="635">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635">
                                            <p:txEl>
                                              <p:pRg st="9" end="9"/>
                                            </p:txEl>
                                          </p:spTgt>
                                        </p:tgtEl>
                                        <p:attrNameLst>
                                          <p:attrName>style.visibility</p:attrName>
                                        </p:attrNameLst>
                                      </p:cBhvr>
                                      <p:to>
                                        <p:strVal val="visible"/>
                                      </p:to>
                                    </p:set>
                                    <p:anim calcmode="lin" valueType="num">
                                      <p:cBhvr additive="base">
                                        <p:cTn id="52" dur="300"/>
                                        <p:tgtEl>
                                          <p:spTgt spid="635">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g27d2bce3ac4_1_130"/>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42" name="Google Shape;642;g27d2bce3ac4_1_130"/>
          <p:cNvSpPr txBox="1">
            <a:spLocks noGrp="1"/>
          </p:cNvSpPr>
          <p:nvPr>
            <p:ph type="title"/>
          </p:nvPr>
        </p:nvSpPr>
        <p:spPr>
          <a:xfrm>
            <a:off x="389700" y="92375"/>
            <a:ext cx="71385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Operations on RDDs</a:t>
            </a:r>
            <a:endParaRPr sz="2400">
              <a:solidFill>
                <a:srgbClr val="FFFFFF"/>
              </a:solidFill>
            </a:endParaRPr>
          </a:p>
        </p:txBody>
      </p:sp>
      <p:sp>
        <p:nvSpPr>
          <p:cNvPr id="643" name="Google Shape;643;g27d2bce3ac4_1_130"/>
          <p:cNvSpPr txBox="1"/>
          <p:nvPr/>
        </p:nvSpPr>
        <p:spPr>
          <a:xfrm>
            <a:off x="155125" y="793450"/>
            <a:ext cx="8629500" cy="4193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rgbClr val="1F1F1F"/>
              </a:buClr>
              <a:buSzPts val="2000"/>
              <a:buChar char="●"/>
            </a:pPr>
            <a:r>
              <a:rPr lang="en" sz="2000">
                <a:solidFill>
                  <a:srgbClr val="1F1F1F"/>
                </a:solidFill>
                <a:highlight>
                  <a:srgbClr val="FFFFFF"/>
                </a:highlight>
              </a:rPr>
              <a:t>Lazy evaluation: RDDs are lazily evaluated, which means that they are not evaluated until they are needed. This makes RDDs more efficient to work with, as they are only evaluated once, even if they are used multiple times.</a:t>
            </a:r>
            <a:endParaRPr sz="2000">
              <a:solidFill>
                <a:srgbClr val="1F1F1F"/>
              </a:solidFill>
              <a:highlight>
                <a:srgbClr val="FFFFFF"/>
              </a:highlight>
            </a:endParaRPr>
          </a:p>
          <a:p>
            <a:pPr marL="457200" marR="0" lvl="0" indent="0" algn="l" rtl="0">
              <a:lnSpc>
                <a:spcPct val="115000"/>
              </a:lnSpc>
              <a:spcBef>
                <a:spcPts val="0"/>
              </a:spcBef>
              <a:spcAft>
                <a:spcPts val="0"/>
              </a:spcAft>
              <a:buNone/>
            </a:pPr>
            <a:endParaRPr sz="2000">
              <a:solidFill>
                <a:srgbClr val="1F1F1F"/>
              </a:solidFill>
              <a:highlight>
                <a:srgbClr val="FFFFFF"/>
              </a:highlight>
            </a:endParaRPr>
          </a:p>
          <a:p>
            <a:pPr marL="0" marR="0" lvl="0" indent="0" algn="l" rtl="0">
              <a:lnSpc>
                <a:spcPct val="115000"/>
              </a:lnSpc>
              <a:spcBef>
                <a:spcPts val="0"/>
              </a:spcBef>
              <a:spcAft>
                <a:spcPts val="0"/>
              </a:spcAft>
              <a:buNone/>
            </a:pPr>
            <a:endParaRPr sz="2000">
              <a:solidFill>
                <a:srgbClr val="1F1F1F"/>
              </a:solidFill>
              <a:highlight>
                <a:srgbClr val="FFFFFF"/>
              </a:highlight>
            </a:endParaRPr>
          </a:p>
        </p:txBody>
      </p:sp>
      <p:pic>
        <p:nvPicPr>
          <p:cNvPr id="645" name="Google Shape;645;g27d2bce3ac4_1_130"/>
          <p:cNvPicPr preferRelativeResize="0"/>
          <p:nvPr/>
        </p:nvPicPr>
        <p:blipFill>
          <a:blip r:embed="rId3">
            <a:alphaModFix/>
          </a:blip>
          <a:stretch>
            <a:fillRect/>
          </a:stretch>
        </p:blipFill>
        <p:spPr>
          <a:xfrm>
            <a:off x="155125" y="2910075"/>
            <a:ext cx="8780374" cy="15716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43">
                                            <p:txEl>
                                              <p:pRg st="0" end="0"/>
                                            </p:txEl>
                                          </p:spTgt>
                                        </p:tgtEl>
                                        <p:attrNameLst>
                                          <p:attrName>style.visibility</p:attrName>
                                        </p:attrNameLst>
                                      </p:cBhvr>
                                      <p:to>
                                        <p:strVal val="visible"/>
                                      </p:to>
                                    </p:set>
                                    <p:anim calcmode="lin" valueType="num">
                                      <p:cBhvr additive="base">
                                        <p:cTn id="7" dur="300"/>
                                        <p:tgtEl>
                                          <p:spTgt spid="64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43">
                                            <p:txEl>
                                              <p:pRg st="1" end="1"/>
                                            </p:txEl>
                                          </p:spTgt>
                                        </p:tgtEl>
                                        <p:attrNameLst>
                                          <p:attrName>style.visibility</p:attrName>
                                        </p:attrNameLst>
                                      </p:cBhvr>
                                      <p:to>
                                        <p:strVal val="visible"/>
                                      </p:to>
                                    </p:set>
                                    <p:anim calcmode="lin" valueType="num">
                                      <p:cBhvr additive="base">
                                        <p:cTn id="12" dur="300"/>
                                        <p:tgtEl>
                                          <p:spTgt spid="64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43">
                                            <p:txEl>
                                              <p:pRg st="2" end="2"/>
                                            </p:txEl>
                                          </p:spTgt>
                                        </p:tgtEl>
                                        <p:attrNameLst>
                                          <p:attrName>style.visibility</p:attrName>
                                        </p:attrNameLst>
                                      </p:cBhvr>
                                      <p:to>
                                        <p:strVal val="visible"/>
                                      </p:to>
                                    </p:set>
                                    <p:anim calcmode="lin" valueType="num">
                                      <p:cBhvr additive="base">
                                        <p:cTn id="17" dur="300"/>
                                        <p:tgtEl>
                                          <p:spTgt spid="64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g26ddd9e2278_0_623"/>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51" name="Google Shape;651;g26ddd9e2278_0_623"/>
          <p:cNvSpPr txBox="1">
            <a:spLocks noGrp="1"/>
          </p:cNvSpPr>
          <p:nvPr>
            <p:ph type="title"/>
          </p:nvPr>
        </p:nvSpPr>
        <p:spPr>
          <a:xfrm>
            <a:off x="389700" y="92375"/>
            <a:ext cx="48087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Polling Questions</a:t>
            </a:r>
            <a:endParaRPr sz="2400">
              <a:solidFill>
                <a:srgbClr val="FFFFFF"/>
              </a:solidFill>
            </a:endParaRPr>
          </a:p>
        </p:txBody>
      </p:sp>
      <p:pic>
        <p:nvPicPr>
          <p:cNvPr id="652" name="Google Shape;652;g26ddd9e2278_0_623"/>
          <p:cNvPicPr preferRelativeResize="0"/>
          <p:nvPr/>
        </p:nvPicPr>
        <p:blipFill rotWithShape="1">
          <a:blip r:embed="rId3">
            <a:alphaModFix amt="26000"/>
          </a:blip>
          <a:srcRect/>
          <a:stretch/>
        </p:blipFill>
        <p:spPr>
          <a:xfrm>
            <a:off x="2000250" y="636900"/>
            <a:ext cx="4506601" cy="4506601"/>
          </a:xfrm>
          <a:prstGeom prst="rect">
            <a:avLst/>
          </a:prstGeom>
          <a:noFill/>
          <a:ln>
            <a:noFill/>
          </a:ln>
        </p:spPr>
      </p:pic>
      <p:sp>
        <p:nvSpPr>
          <p:cNvPr id="653" name="Google Shape;653;g26ddd9e2278_0_623"/>
          <p:cNvSpPr txBox="1"/>
          <p:nvPr/>
        </p:nvSpPr>
        <p:spPr>
          <a:xfrm>
            <a:off x="0" y="814700"/>
            <a:ext cx="8833800" cy="4176600"/>
          </a:xfrm>
          <a:prstGeom prst="rect">
            <a:avLst/>
          </a:prstGeom>
          <a:noFill/>
          <a:ln>
            <a:noFill/>
          </a:ln>
        </p:spPr>
        <p:txBody>
          <a:bodyPr spcFirstLastPara="1" wrap="square" lIns="91425" tIns="91425" rIns="91425" bIns="91425" anchor="t" anchorCtr="0">
            <a:noAutofit/>
          </a:bodyPr>
          <a:lstStyle/>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What is Apache Spark primarily used for?</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a. Social networking</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b. E-commerce</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c. Big data processing</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d. Image recognition</a:t>
            </a: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In comparison to MapReduce, what advantage does Spark offer in terms of data processing?</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a. Slower data processing</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b. Real-time processing capabilities</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c. Simplicity of programming</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d. Reduced hardware requirements</a:t>
            </a: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Which component of the Spark ecosystem provides a distributed file system for data storage?</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a. Spark MLlib</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b. Spark SQL</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c. Spark Streaming</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d. Spark Hadoop Distributed File System (HDFS)</a:t>
            </a: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g27d2bce3ac4_1_150"/>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60" name="Google Shape;660;g27d2bce3ac4_1_150"/>
          <p:cNvSpPr txBox="1">
            <a:spLocks noGrp="1"/>
          </p:cNvSpPr>
          <p:nvPr>
            <p:ph type="title"/>
          </p:nvPr>
        </p:nvSpPr>
        <p:spPr>
          <a:xfrm>
            <a:off x="389700" y="92375"/>
            <a:ext cx="48087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Polling Questions</a:t>
            </a:r>
            <a:endParaRPr sz="2400">
              <a:solidFill>
                <a:srgbClr val="FFFFFF"/>
              </a:solidFill>
            </a:endParaRPr>
          </a:p>
        </p:txBody>
      </p:sp>
      <p:pic>
        <p:nvPicPr>
          <p:cNvPr id="661" name="Google Shape;661;g27d2bce3ac4_1_150"/>
          <p:cNvPicPr preferRelativeResize="0"/>
          <p:nvPr/>
        </p:nvPicPr>
        <p:blipFill rotWithShape="1">
          <a:blip r:embed="rId3">
            <a:alphaModFix amt="26000"/>
          </a:blip>
          <a:srcRect/>
          <a:stretch/>
        </p:blipFill>
        <p:spPr>
          <a:xfrm>
            <a:off x="2000250" y="636900"/>
            <a:ext cx="4506601" cy="4506601"/>
          </a:xfrm>
          <a:prstGeom prst="rect">
            <a:avLst/>
          </a:prstGeom>
          <a:noFill/>
          <a:ln>
            <a:noFill/>
          </a:ln>
        </p:spPr>
      </p:pic>
      <p:sp>
        <p:nvSpPr>
          <p:cNvPr id="662" name="Google Shape;662;g27d2bce3ac4_1_150"/>
          <p:cNvSpPr txBox="1"/>
          <p:nvPr/>
        </p:nvSpPr>
        <p:spPr>
          <a:xfrm>
            <a:off x="0" y="814700"/>
            <a:ext cx="8833800" cy="4176600"/>
          </a:xfrm>
          <a:prstGeom prst="rect">
            <a:avLst/>
          </a:prstGeom>
          <a:noFill/>
          <a:ln>
            <a:noFill/>
          </a:ln>
        </p:spPr>
        <p:txBody>
          <a:bodyPr spcFirstLastPara="1" wrap="square" lIns="91425" tIns="91425" rIns="91425" bIns="91425" anchor="t" anchorCtr="0">
            <a:noAutofit/>
          </a:bodyPr>
          <a:lstStyle/>
          <a:p>
            <a:pPr marL="0" marR="0" lvl="0" indent="0" algn="l" rtl="0">
              <a:lnSpc>
                <a:spcPct val="105000"/>
              </a:lnSpc>
              <a:spcBef>
                <a:spcPts val="0"/>
              </a:spcBef>
              <a:spcAft>
                <a:spcPts val="0"/>
              </a:spcAft>
              <a:buNone/>
            </a:pPr>
            <a:r>
              <a:rPr lang="en" sz="1300">
                <a:solidFill>
                  <a:schemeClr val="dk1"/>
                </a:solidFill>
                <a:highlight>
                  <a:schemeClr val="lt1"/>
                </a:highlight>
              </a:rPr>
              <a:t>What is Apache Spark primarily used for?</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a. Social networking</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b. E-commerce</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rgbClr val="FFF2CC"/>
                </a:highlight>
              </a:rPr>
              <a:t>c. Big data processing</a:t>
            </a:r>
            <a:endParaRPr sz="1300">
              <a:solidFill>
                <a:schemeClr val="dk1"/>
              </a:solidFill>
              <a:highlight>
                <a:srgbClr val="FFF2CC"/>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d. Image recognition</a:t>
            </a: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In comparison to MapReduce, what advantage does Spark offer in terms of data processing?</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a. Slower data processing</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rgbClr val="FFF2CC"/>
                </a:highlight>
              </a:rPr>
              <a:t>b. Real-time processing capabilities</a:t>
            </a:r>
            <a:endParaRPr sz="1300">
              <a:solidFill>
                <a:schemeClr val="dk1"/>
              </a:solidFill>
              <a:highlight>
                <a:srgbClr val="FFF2CC"/>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c. Simplicity of programming</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d. Reduced hardware requirements</a:t>
            </a: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Which component of the Spark ecosystem provides a distributed file system for data storage?</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a. Spark MLlib</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b. Spark SQL</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c. Spark Streaming</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rgbClr val="FFF2CC"/>
                </a:highlight>
              </a:rPr>
              <a:t>d. Spark Hadoop Distributed File System (HDFS)</a:t>
            </a:r>
            <a:endParaRPr sz="1300">
              <a:solidFill>
                <a:schemeClr val="dk1"/>
              </a:solidFill>
              <a:highlight>
                <a:srgbClr val="FFF2CC"/>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g27d2bce3ac4_1_158"/>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69" name="Google Shape;669;g27d2bce3ac4_1_158"/>
          <p:cNvSpPr txBox="1">
            <a:spLocks noGrp="1"/>
          </p:cNvSpPr>
          <p:nvPr>
            <p:ph type="title"/>
          </p:nvPr>
        </p:nvSpPr>
        <p:spPr>
          <a:xfrm>
            <a:off x="389700" y="92375"/>
            <a:ext cx="48087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Polling Questions</a:t>
            </a:r>
            <a:endParaRPr sz="2400">
              <a:solidFill>
                <a:srgbClr val="FFFFFF"/>
              </a:solidFill>
            </a:endParaRPr>
          </a:p>
        </p:txBody>
      </p:sp>
      <p:pic>
        <p:nvPicPr>
          <p:cNvPr id="670" name="Google Shape;670;g27d2bce3ac4_1_158"/>
          <p:cNvPicPr preferRelativeResize="0"/>
          <p:nvPr/>
        </p:nvPicPr>
        <p:blipFill rotWithShape="1">
          <a:blip r:embed="rId3">
            <a:alphaModFix amt="26000"/>
          </a:blip>
          <a:srcRect/>
          <a:stretch/>
        </p:blipFill>
        <p:spPr>
          <a:xfrm>
            <a:off x="2000250" y="636900"/>
            <a:ext cx="4506601" cy="4506601"/>
          </a:xfrm>
          <a:prstGeom prst="rect">
            <a:avLst/>
          </a:prstGeom>
          <a:noFill/>
          <a:ln>
            <a:noFill/>
          </a:ln>
        </p:spPr>
      </p:pic>
      <p:sp>
        <p:nvSpPr>
          <p:cNvPr id="671" name="Google Shape;671;g27d2bce3ac4_1_158"/>
          <p:cNvSpPr txBox="1"/>
          <p:nvPr/>
        </p:nvSpPr>
        <p:spPr>
          <a:xfrm>
            <a:off x="0" y="814700"/>
            <a:ext cx="8833800" cy="4176600"/>
          </a:xfrm>
          <a:prstGeom prst="rect">
            <a:avLst/>
          </a:prstGeom>
          <a:noFill/>
          <a:ln>
            <a:noFill/>
          </a:ln>
        </p:spPr>
        <p:txBody>
          <a:bodyPr spcFirstLastPara="1" wrap="square" lIns="91425" tIns="91425" rIns="91425" bIns="91425" anchor="t" anchorCtr="0">
            <a:noAutofit/>
          </a:bodyPr>
          <a:lstStyle/>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What is the primary purpose of installing Spark dependencies like Hadoop or YARN?</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a. To improve Spark's in-memory processing speed</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b. To enable Spark to work with distributed data storage systems</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c. To add machine learning capabilities to Spark</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d. To install Spark on Windows operating systems</a:t>
            </a: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Which of the following best describes the fault-tolerance feature of RDDs?</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a. RDDs are immune to all types of errors.</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b. RDDs can recover from node failures and data loss automatically.</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c. RDDs never experience data loss.</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d. RDDs are backed up in real-time to prevent data loss.</a:t>
            </a: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Which of the following operations does not create an RDD?</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a. textFile()</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b. map()</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c. filter()</a:t>
            </a:r>
            <a:endParaRPr sz="1300">
              <a:solidFill>
                <a:schemeClr val="dk1"/>
              </a:solidFill>
              <a:highlight>
                <a:schemeClr val="lt1"/>
              </a:highlight>
            </a:endParaRPr>
          </a:p>
          <a:p>
            <a:pPr marL="0" marR="0" lvl="0" indent="0" algn="l" rtl="0">
              <a:lnSpc>
                <a:spcPct val="105000"/>
              </a:lnSpc>
              <a:spcBef>
                <a:spcPts val="0"/>
              </a:spcBef>
              <a:spcAft>
                <a:spcPts val="0"/>
              </a:spcAft>
              <a:buClr>
                <a:schemeClr val="dk1"/>
              </a:buClr>
              <a:buSzPts val="1100"/>
              <a:buFont typeface="Arial"/>
              <a:buNone/>
            </a:pPr>
            <a:r>
              <a:rPr lang="en" sz="1300">
                <a:solidFill>
                  <a:schemeClr val="dk1"/>
                </a:solidFill>
                <a:highlight>
                  <a:schemeClr val="lt1"/>
                </a:highlight>
              </a:rPr>
              <a:t>d. collect()</a:t>
            </a: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g27d2bce3ac4_1_169"/>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78" name="Google Shape;678;g27d2bce3ac4_1_169"/>
          <p:cNvSpPr txBox="1">
            <a:spLocks noGrp="1"/>
          </p:cNvSpPr>
          <p:nvPr>
            <p:ph type="title"/>
          </p:nvPr>
        </p:nvSpPr>
        <p:spPr>
          <a:xfrm>
            <a:off x="389700" y="92375"/>
            <a:ext cx="48087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Polling Questions</a:t>
            </a:r>
            <a:endParaRPr sz="2400">
              <a:solidFill>
                <a:srgbClr val="FFFFFF"/>
              </a:solidFill>
            </a:endParaRPr>
          </a:p>
        </p:txBody>
      </p:sp>
      <p:pic>
        <p:nvPicPr>
          <p:cNvPr id="679" name="Google Shape;679;g27d2bce3ac4_1_169"/>
          <p:cNvPicPr preferRelativeResize="0"/>
          <p:nvPr/>
        </p:nvPicPr>
        <p:blipFill rotWithShape="1">
          <a:blip r:embed="rId3">
            <a:alphaModFix amt="26000"/>
          </a:blip>
          <a:srcRect/>
          <a:stretch/>
        </p:blipFill>
        <p:spPr>
          <a:xfrm>
            <a:off x="2000250" y="636900"/>
            <a:ext cx="4506601" cy="4506601"/>
          </a:xfrm>
          <a:prstGeom prst="rect">
            <a:avLst/>
          </a:prstGeom>
          <a:noFill/>
          <a:ln>
            <a:noFill/>
          </a:ln>
        </p:spPr>
      </p:pic>
      <p:sp>
        <p:nvSpPr>
          <p:cNvPr id="680" name="Google Shape;680;g27d2bce3ac4_1_169"/>
          <p:cNvSpPr txBox="1"/>
          <p:nvPr/>
        </p:nvSpPr>
        <p:spPr>
          <a:xfrm>
            <a:off x="0" y="814700"/>
            <a:ext cx="8833800" cy="4176600"/>
          </a:xfrm>
          <a:prstGeom prst="rect">
            <a:avLst/>
          </a:prstGeom>
          <a:noFill/>
          <a:ln>
            <a:noFill/>
          </a:ln>
        </p:spPr>
        <p:txBody>
          <a:bodyPr spcFirstLastPara="1" wrap="square" lIns="91425" tIns="91425" rIns="91425" bIns="91425" anchor="t" anchorCtr="0">
            <a:noAutofit/>
          </a:bodyPr>
          <a:lstStyle/>
          <a:p>
            <a:pPr marL="0" marR="0" lvl="0" indent="0" algn="l" rtl="0">
              <a:lnSpc>
                <a:spcPct val="105000"/>
              </a:lnSpc>
              <a:spcBef>
                <a:spcPts val="0"/>
              </a:spcBef>
              <a:spcAft>
                <a:spcPts val="0"/>
              </a:spcAft>
              <a:buNone/>
            </a:pPr>
            <a:r>
              <a:rPr lang="en" sz="1300">
                <a:solidFill>
                  <a:schemeClr val="dk1"/>
                </a:solidFill>
                <a:highlight>
                  <a:schemeClr val="lt1"/>
                </a:highlight>
              </a:rPr>
              <a:t>What is the primary purpose of installing Spark dependencies like Hadoop or YARN?</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a. To improve Spark's in-memory processing speed</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rgbClr val="FFF2CC"/>
                </a:highlight>
              </a:rPr>
              <a:t>b. To enable Spark to work with distributed data storage systems</a:t>
            </a:r>
            <a:endParaRPr sz="1300">
              <a:solidFill>
                <a:schemeClr val="dk1"/>
              </a:solidFill>
              <a:highlight>
                <a:srgbClr val="FFF2CC"/>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c. To add machine learning capabilities to Spark</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d. To install Spark on Windows operating systems</a:t>
            </a: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Which of the following best describes the fault-tolerance feature of RDDs?</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a. RDDs are immune to all types of errors.</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rgbClr val="FFF2CC"/>
                </a:highlight>
              </a:rPr>
              <a:t>b. RDDs can recover from node failures and data loss automatically.</a:t>
            </a:r>
            <a:endParaRPr sz="1300">
              <a:solidFill>
                <a:schemeClr val="dk1"/>
              </a:solidFill>
              <a:highlight>
                <a:srgbClr val="FFF2CC"/>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c. RDDs never experience data loss.</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d. RDDs are backed up in real-time to prevent data loss.</a:t>
            </a:r>
            <a:endParaRPr sz="1300">
              <a:solidFill>
                <a:schemeClr val="dk1"/>
              </a:solidFill>
              <a:highlight>
                <a:schemeClr val="lt1"/>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Which of the following operations does not create an RDD?</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a. textFile()</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b. map()</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chemeClr val="lt1"/>
                </a:highlight>
              </a:rPr>
              <a:t>c. filter()</a:t>
            </a:r>
            <a:endParaRPr sz="1300">
              <a:solidFill>
                <a:schemeClr val="dk1"/>
              </a:solidFill>
              <a:highlight>
                <a:schemeClr val="lt1"/>
              </a:highlight>
            </a:endParaRPr>
          </a:p>
          <a:p>
            <a:pPr marL="0" marR="0" lvl="0" indent="0" algn="l" rtl="0">
              <a:lnSpc>
                <a:spcPct val="105000"/>
              </a:lnSpc>
              <a:spcBef>
                <a:spcPts val="0"/>
              </a:spcBef>
              <a:spcAft>
                <a:spcPts val="0"/>
              </a:spcAft>
              <a:buNone/>
            </a:pPr>
            <a:r>
              <a:rPr lang="en" sz="1300">
                <a:solidFill>
                  <a:schemeClr val="dk1"/>
                </a:solidFill>
                <a:highlight>
                  <a:srgbClr val="FFF2CC"/>
                </a:highlight>
              </a:rPr>
              <a:t>d. collect()</a:t>
            </a:r>
            <a:endParaRPr sz="1300">
              <a:solidFill>
                <a:schemeClr val="dk1"/>
              </a:solidFill>
              <a:highlight>
                <a:srgbClr val="FFF2CC"/>
              </a:highlight>
            </a:endParaRPr>
          </a:p>
          <a:p>
            <a:pPr marL="0" marR="0" lvl="0" indent="0" algn="l" rtl="0">
              <a:lnSpc>
                <a:spcPct val="105000"/>
              </a:lnSpc>
              <a:spcBef>
                <a:spcPts val="0"/>
              </a:spcBef>
              <a:spcAft>
                <a:spcPts val="0"/>
              </a:spcAft>
              <a:buNone/>
            </a:pPr>
            <a:endParaRPr sz="1300">
              <a:solidFill>
                <a:schemeClr val="dk1"/>
              </a:solidFill>
              <a:highlight>
                <a:schemeClr val="lt1"/>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g26ddd9e2278_0_413"/>
          <p:cNvSpPr/>
          <p:nvPr/>
        </p:nvSpPr>
        <p:spPr>
          <a:xfrm>
            <a:off x="0" y="0"/>
            <a:ext cx="9144000" cy="636905"/>
          </a:xfrm>
          <a:custGeom>
            <a:avLst/>
            <a:gdLst/>
            <a:ahLst/>
            <a:cxnLst/>
            <a:rect l="l" t="t" r="r" b="b"/>
            <a:pathLst>
              <a:path w="9144000" h="636905" extrusionOk="0">
                <a:moveTo>
                  <a:pt x="0" y="0"/>
                </a:moveTo>
                <a:lnTo>
                  <a:pt x="9143981" y="0"/>
                </a:lnTo>
                <a:lnTo>
                  <a:pt x="9143981" y="636898"/>
                </a:lnTo>
                <a:lnTo>
                  <a:pt x="0" y="636898"/>
                </a:lnTo>
                <a:lnTo>
                  <a:pt x="0" y="0"/>
                </a:lnTo>
                <a:close/>
              </a:path>
            </a:pathLst>
          </a:custGeom>
          <a:solidFill>
            <a:srgbClr val="F4333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87" name="Google Shape;687;g26ddd9e2278_0_413"/>
          <p:cNvSpPr txBox="1">
            <a:spLocks noGrp="1"/>
          </p:cNvSpPr>
          <p:nvPr>
            <p:ph type="title"/>
          </p:nvPr>
        </p:nvSpPr>
        <p:spPr>
          <a:xfrm>
            <a:off x="389700" y="92375"/>
            <a:ext cx="4808700" cy="391200"/>
          </a:xfrm>
          <a:prstGeom prst="rect">
            <a:avLst/>
          </a:prstGeom>
          <a:noFill/>
          <a:ln>
            <a:noFill/>
          </a:ln>
        </p:spPr>
        <p:txBody>
          <a:bodyPr spcFirstLastPara="1" wrap="square" lIns="0" tIns="12700" rIns="0" bIns="0" anchor="t" anchorCtr="0">
            <a:noAutofit/>
          </a:bodyPr>
          <a:lstStyle/>
          <a:p>
            <a:pPr marL="0" lvl="0" indent="0" algn="l" rtl="0">
              <a:lnSpc>
                <a:spcPct val="100000"/>
              </a:lnSpc>
              <a:spcBef>
                <a:spcPts val="0"/>
              </a:spcBef>
              <a:spcAft>
                <a:spcPts val="0"/>
              </a:spcAft>
              <a:buClr>
                <a:srgbClr val="FFFFFF"/>
              </a:buClr>
              <a:buSzPts val="2400"/>
              <a:buFont typeface="Calibri"/>
              <a:buNone/>
            </a:pPr>
            <a:r>
              <a:rPr lang="en" sz="2400">
                <a:solidFill>
                  <a:srgbClr val="FFFFFF"/>
                </a:solidFill>
              </a:rPr>
              <a:t>Summary</a:t>
            </a:r>
            <a:endParaRPr sz="2400">
              <a:solidFill>
                <a:srgbClr val="FFFFFF"/>
              </a:solidFill>
            </a:endParaRPr>
          </a:p>
        </p:txBody>
      </p:sp>
      <p:sp>
        <p:nvSpPr>
          <p:cNvPr id="689" name="Google Shape;689;g26ddd9e2278_0_413"/>
          <p:cNvSpPr txBox="1"/>
          <p:nvPr/>
        </p:nvSpPr>
        <p:spPr>
          <a:xfrm>
            <a:off x="0" y="717250"/>
            <a:ext cx="9043500" cy="44262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5000"/>
              </a:lnSpc>
              <a:spcBef>
                <a:spcPts val="0"/>
              </a:spcBef>
              <a:spcAft>
                <a:spcPts val="0"/>
              </a:spcAft>
              <a:buClr>
                <a:schemeClr val="dk1"/>
              </a:buClr>
              <a:buSzPts val="2000"/>
              <a:buChar char="●"/>
            </a:pPr>
            <a:r>
              <a:rPr lang="en" sz="2000">
                <a:solidFill>
                  <a:schemeClr val="dk1"/>
                </a:solidFill>
              </a:rPr>
              <a:t>Apache Spark is a powerful, open-source, distributed computing system.</a:t>
            </a:r>
            <a:endParaRPr sz="2000">
              <a:solidFill>
                <a:schemeClr val="dk1"/>
              </a:solidFill>
            </a:endParaRPr>
          </a:p>
          <a:p>
            <a:pPr marL="457200" marR="0" lvl="0" indent="-355600" algn="l" rtl="0">
              <a:lnSpc>
                <a:spcPct val="105000"/>
              </a:lnSpc>
              <a:spcBef>
                <a:spcPts val="0"/>
              </a:spcBef>
              <a:spcAft>
                <a:spcPts val="0"/>
              </a:spcAft>
              <a:buClr>
                <a:schemeClr val="dk1"/>
              </a:buClr>
              <a:buSzPts val="2000"/>
              <a:buChar char="●"/>
            </a:pPr>
            <a:r>
              <a:rPr lang="en" sz="2000">
                <a:solidFill>
                  <a:schemeClr val="dk1"/>
                </a:solidFill>
              </a:rPr>
              <a:t>RDD stands for Resilient Distributed Dataset, a fundamental data structure in Spark.</a:t>
            </a:r>
            <a:endParaRPr sz="2000">
              <a:solidFill>
                <a:schemeClr val="dk1"/>
              </a:solidFill>
            </a:endParaRPr>
          </a:p>
          <a:p>
            <a:pPr marL="457200" marR="0" lvl="0" indent="-355600" algn="l" rtl="0">
              <a:lnSpc>
                <a:spcPct val="105000"/>
              </a:lnSpc>
              <a:spcBef>
                <a:spcPts val="0"/>
              </a:spcBef>
              <a:spcAft>
                <a:spcPts val="0"/>
              </a:spcAft>
              <a:buClr>
                <a:schemeClr val="dk1"/>
              </a:buClr>
              <a:buSzPts val="2000"/>
              <a:buChar char="●"/>
            </a:pPr>
            <a:r>
              <a:rPr lang="en" sz="2000">
                <a:solidFill>
                  <a:schemeClr val="dk1"/>
                </a:solidFill>
              </a:rPr>
              <a:t>RDDs can be created by parallelizing a collection of data in memory or by loading data from external storage like HDFS or local files.</a:t>
            </a:r>
            <a:endParaRPr sz="2000">
              <a:solidFill>
                <a:schemeClr val="dk1"/>
              </a:solidFill>
            </a:endParaRPr>
          </a:p>
          <a:p>
            <a:pPr marL="457200" marR="0" lvl="0" indent="-355600" algn="l" rtl="0">
              <a:lnSpc>
                <a:spcPct val="105000"/>
              </a:lnSpc>
              <a:spcBef>
                <a:spcPts val="0"/>
              </a:spcBef>
              <a:spcAft>
                <a:spcPts val="0"/>
              </a:spcAft>
              <a:buClr>
                <a:schemeClr val="dk1"/>
              </a:buClr>
              <a:buSzPts val="2000"/>
              <a:buChar char="●"/>
            </a:pPr>
            <a:r>
              <a:rPr lang="en" sz="2000">
                <a:solidFill>
                  <a:schemeClr val="dk1"/>
                </a:solidFill>
              </a:rPr>
              <a:t>RDD operations are categorized as transformations and actions.</a:t>
            </a:r>
            <a:endParaRPr sz="2000">
              <a:solidFill>
                <a:schemeClr val="dk1"/>
              </a:solidFill>
            </a:endParaRPr>
          </a:p>
          <a:p>
            <a:pPr marL="457200" marR="0" lvl="0" indent="-355600" algn="l" rtl="0">
              <a:lnSpc>
                <a:spcPct val="105000"/>
              </a:lnSpc>
              <a:spcBef>
                <a:spcPts val="0"/>
              </a:spcBef>
              <a:spcAft>
                <a:spcPts val="0"/>
              </a:spcAft>
              <a:buClr>
                <a:schemeClr val="dk1"/>
              </a:buClr>
              <a:buSzPts val="2000"/>
              <a:buChar char="●"/>
            </a:pPr>
            <a:r>
              <a:rPr lang="en" sz="2000">
                <a:solidFill>
                  <a:schemeClr val="dk1"/>
                </a:solidFill>
              </a:rPr>
              <a:t>Transformation operations like map, filter, and reduceByKey create new Action operations like count, collect, and reduce return values or save data to external storage.</a:t>
            </a:r>
            <a:endParaRPr sz="2000">
              <a:solidFill>
                <a:schemeClr val="dk1"/>
              </a:solidFill>
            </a:endParaRPr>
          </a:p>
          <a:p>
            <a:pPr marL="457200" marR="0" lvl="0" indent="-355600" algn="l" rtl="0">
              <a:lnSpc>
                <a:spcPct val="105000"/>
              </a:lnSpc>
              <a:spcBef>
                <a:spcPts val="0"/>
              </a:spcBef>
              <a:spcAft>
                <a:spcPts val="0"/>
              </a:spcAft>
              <a:buClr>
                <a:schemeClr val="dk1"/>
              </a:buClr>
              <a:buSzPts val="2000"/>
              <a:buChar char="●"/>
            </a:pPr>
            <a:r>
              <a:rPr lang="en" sz="2000">
                <a:solidFill>
                  <a:schemeClr val="dk1"/>
                </a:solidFill>
              </a:rPr>
              <a:t>Spark employs lazy evaluation, meaning transformations are not executed immediately upon definition.</a:t>
            </a:r>
            <a:endParaRPr sz="2000">
              <a:solidFill>
                <a:schemeClr val="dk1"/>
              </a:solidFill>
            </a:endParaRPr>
          </a:p>
          <a:p>
            <a:pPr marL="457200" marR="0" lvl="0" indent="0" algn="l" rtl="0">
              <a:lnSpc>
                <a:spcPct val="105000"/>
              </a:lnSpc>
              <a:spcBef>
                <a:spcPts val="0"/>
              </a:spcBef>
              <a:spcAft>
                <a:spcPts val="0"/>
              </a:spcAft>
              <a:buNone/>
            </a:pPr>
            <a:endParaRPr sz="2000">
              <a:solidFill>
                <a:schemeClr val="dk1"/>
              </a:solidFill>
            </a:endParaRPr>
          </a:p>
        </p:txBody>
      </p:sp>
    </p:spTree>
  </p:cSld>
  <p:clrMapOvr>
    <a:masterClrMapping/>
  </p:clrMapOvr>
</p:sld>
</file>

<file path=ppt/theme/theme1.xml><?xml version="1.0" encoding="utf-8"?>
<a:theme xmlns:a="http://schemas.openxmlformats.org/drawingml/2006/main" name="Normal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TotalTime>
  <Words>2211</Words>
  <Application>Microsoft Office PowerPoint</Application>
  <PresentationFormat>On-screen Show (16:9)</PresentationFormat>
  <Paragraphs>222</Paragraphs>
  <Slides>32</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Courier New</vt:lpstr>
      <vt:lpstr>Roboto</vt:lpstr>
      <vt:lpstr>Arial</vt:lpstr>
      <vt:lpstr>Proxima Nova</vt:lpstr>
      <vt:lpstr>Calibri</vt:lpstr>
      <vt:lpstr>Normal Slides</vt:lpstr>
      <vt:lpstr>Spark Overview</vt:lpstr>
      <vt:lpstr>Spark Overview</vt:lpstr>
      <vt:lpstr>Spark Vs MapReduce</vt:lpstr>
      <vt:lpstr>Spark Vs MapReduce</vt:lpstr>
      <vt:lpstr>Spark Vs MapReduce</vt:lpstr>
      <vt:lpstr>Spark Ecosystem</vt:lpstr>
      <vt:lpstr>Spark Ecosystem</vt:lpstr>
      <vt:lpstr>Spark Ecosystem</vt:lpstr>
      <vt:lpstr>Spark Architecture  </vt:lpstr>
      <vt:lpstr>Spark Architecture</vt:lpstr>
      <vt:lpstr>Spark APIs</vt:lpstr>
      <vt:lpstr>Spark APIs</vt:lpstr>
      <vt:lpstr>Spark Installation</vt:lpstr>
      <vt:lpstr>Spark Installation</vt:lpstr>
      <vt:lpstr>Spark Installation</vt:lpstr>
      <vt:lpstr>Spark Installation</vt:lpstr>
      <vt:lpstr>Spark Installation</vt:lpstr>
      <vt:lpstr>Spark Installation</vt:lpstr>
      <vt:lpstr>Introduction to Spark RDDs </vt:lpstr>
      <vt:lpstr>Introduction to Spark RDDs </vt:lpstr>
      <vt:lpstr>Creating RDDs</vt:lpstr>
      <vt:lpstr>Creating RDDs</vt:lpstr>
      <vt:lpstr>Creating RDDs</vt:lpstr>
      <vt:lpstr>Creating RDDs</vt:lpstr>
      <vt:lpstr>Operations on RDDs</vt:lpstr>
      <vt:lpstr>Operations on RDDs</vt:lpstr>
      <vt:lpstr>Operations on RDDs</vt:lpstr>
      <vt:lpstr>Polling Questions</vt:lpstr>
      <vt:lpstr>Polling Questions</vt:lpstr>
      <vt:lpstr>Polling Questions</vt:lpstr>
      <vt:lpstr>Polling Questions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Sajjad manzoor mir</cp:lastModifiedBy>
  <cp:revision>3</cp:revision>
  <dcterms:modified xsi:type="dcterms:W3CDTF">2025-03-30T07:17:21Z</dcterms:modified>
</cp:coreProperties>
</file>