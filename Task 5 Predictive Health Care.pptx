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260" r:id="rId3"/>
    <p:sldId id="257" r:id="rId4"/>
    <p:sldId id="258" r:id="rId5"/>
    <p:sldId id="261" r:id="rId6"/>
    <p:sldId id="262" r:id="rId7"/>
    <p:sldId id="266" r:id="rId8"/>
    <p:sldId id="278" r:id="rId9"/>
  </p:sldIdLst>
  <p:sldSz cx="9144000" cy="5143500" type="screen16x9"/>
  <p:notesSz cx="6858000" cy="91440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Constantia" pitchFamily="18" charset="0"/>
      <p:regular r:id="rId15"/>
      <p:bold r:id="rId16"/>
      <p:italic r:id="rId17"/>
      <p:boldItalic r:id="rId18"/>
    </p:embeddedFont>
    <p:embeddedFont>
      <p:font typeface="Wingdings 2" pitchFamily="18" charset="2"/>
      <p:regular r:id="rId19"/>
    </p:embeddedFont>
    <p:embeddedFont>
      <p:font typeface="Hind" charset="0"/>
      <p:regular r:id="rId20"/>
      <p:bold r:id="rId21"/>
    </p:embeddedFont>
    <p:embeddedFont>
      <p:font typeface="Pompiere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1857AD82-0BBB-4A12-A00B-580C106056C4}">
  <a:tblStyle styleId="{1857AD82-0BBB-4A12-A00B-580C106056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3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6ad7e23cbf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6ad7e23cbf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6b47115854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6b47115854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6aef62aa4e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6aef62aa4e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709763f32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709763f32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65b8c88666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65b8c88666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6b47115854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6b47115854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709763f328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709763f328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6b4711585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6b4711585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831058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3"/>
            <a:ext cx="609600" cy="273844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4664869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4427593" y="3102404"/>
            <a:ext cx="3993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 idx="2" hasCustomPrompt="1"/>
          </p:nvPr>
        </p:nvSpPr>
        <p:spPr>
          <a:xfrm>
            <a:off x="4430425" y="2103825"/>
            <a:ext cx="3993600" cy="9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1"/>
          </p:nvPr>
        </p:nvSpPr>
        <p:spPr>
          <a:xfrm>
            <a:off x="4427475" y="3887049"/>
            <a:ext cx="3993600" cy="2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860400"/>
            <a:ext cx="5874600" cy="37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mpiere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○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■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●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○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■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●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Char char="○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Roboto Condensed Light"/>
              <a:buChar char="■"/>
              <a:defRPr sz="10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2" hasCustomPrompt="1"/>
          </p:nvPr>
        </p:nvSpPr>
        <p:spPr>
          <a:xfrm>
            <a:off x="720150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720000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720000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 hasCustomPrompt="1"/>
          </p:nvPr>
        </p:nvSpPr>
        <p:spPr>
          <a:xfrm>
            <a:off x="4294388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4294238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4294246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2507188" y="1470375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2507038" y="1965275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9"/>
          </p:nvPr>
        </p:nvSpPr>
        <p:spPr>
          <a:xfrm>
            <a:off x="2507042" y="2326675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150" y="2937600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4"/>
          </p:nvPr>
        </p:nvSpPr>
        <p:spPr>
          <a:xfrm>
            <a:off x="720000" y="343250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5"/>
          </p:nvPr>
        </p:nvSpPr>
        <p:spPr>
          <a:xfrm>
            <a:off x="720000" y="3793900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6" hasCustomPrompt="1"/>
          </p:nvPr>
        </p:nvSpPr>
        <p:spPr>
          <a:xfrm>
            <a:off x="2507188" y="2937600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7"/>
          </p:nvPr>
        </p:nvSpPr>
        <p:spPr>
          <a:xfrm>
            <a:off x="2507038" y="343250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8"/>
          </p:nvPr>
        </p:nvSpPr>
        <p:spPr>
          <a:xfrm>
            <a:off x="2507044" y="3793900"/>
            <a:ext cx="1680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hree colum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791238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2"/>
          </p:nvPr>
        </p:nvSpPr>
        <p:spPr>
          <a:xfrm>
            <a:off x="791300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3"/>
          </p:nvPr>
        </p:nvSpPr>
        <p:spPr>
          <a:xfrm>
            <a:off x="3395550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4"/>
          </p:nvPr>
        </p:nvSpPr>
        <p:spPr>
          <a:xfrm>
            <a:off x="3395550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ubTitle" idx="5"/>
          </p:nvPr>
        </p:nvSpPr>
        <p:spPr>
          <a:xfrm>
            <a:off x="5999863" y="1614625"/>
            <a:ext cx="2352900" cy="4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subTitle" idx="6"/>
          </p:nvPr>
        </p:nvSpPr>
        <p:spPr>
          <a:xfrm>
            <a:off x="5999878" y="3808800"/>
            <a:ext cx="23529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720000" y="2232900"/>
            <a:ext cx="2763000" cy="15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mpiere"/>
              <a:buAutoNum type="arabicPeriod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5658950" y="2232900"/>
            <a:ext cx="2763000" cy="15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mpiere"/>
              <a:buAutoNum type="arabicPeriod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rabicPeriod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Condensed Light"/>
              <a:buAutoNum type="alphaLcPeriod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Roboto Condensed Light"/>
              <a:buAutoNum type="romanLcPeriod"/>
              <a:defRPr sz="10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720000" y="1894000"/>
            <a:ext cx="2763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658900" y="1894025"/>
            <a:ext cx="2763000" cy="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ompiere"/>
              <a:buNone/>
              <a:defRPr sz="2000">
                <a:latin typeface="Pompiere"/>
                <a:ea typeface="Pompiere"/>
                <a:cs typeface="Pompiere"/>
                <a:sym typeface="Pompie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5443200" y="1767600"/>
            <a:ext cx="2980800" cy="81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1"/>
          </p:nvPr>
        </p:nvSpPr>
        <p:spPr>
          <a:xfrm>
            <a:off x="5443050" y="2571750"/>
            <a:ext cx="2980800" cy="20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ig title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4723200" cy="40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5358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5358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2/25/2025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151806"/>
            <a:ext cx="9180548" cy="486918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8" r:id="rId15"/>
    <p:sldLayoutId id="2147483699" r:id="rId16"/>
    <p:sldLayoutId id="2147483703" r:id="rId17"/>
    <p:sldLayoutId id="2147483712" r:id="rId18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wc.ch/e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>
            <a:spLocks noGrp="1"/>
          </p:cNvSpPr>
          <p:nvPr>
            <p:ph type="ctrTitle"/>
          </p:nvPr>
        </p:nvSpPr>
        <p:spPr>
          <a:xfrm>
            <a:off x="3429000" y="438150"/>
            <a:ext cx="5562600" cy="41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5400" b="1" dirty="0" smtClean="0"/>
              <a:t>Comparative Analysis of Adverse Effects: </a:t>
            </a:r>
            <a:r>
              <a:rPr lang="en-US" sz="5400" b="1" dirty="0" err="1" smtClean="0"/>
              <a:t>Tramal</a:t>
            </a:r>
            <a:r>
              <a:rPr lang="en-US" sz="5400" b="1" dirty="0" smtClean="0"/>
              <a:t> </a:t>
            </a:r>
            <a:r>
              <a:rPr lang="en-US" sz="5400" b="1" dirty="0" err="1" smtClean="0"/>
              <a:t>vs</a:t>
            </a:r>
            <a:r>
              <a:rPr lang="en-US" sz="5400" b="1" dirty="0" smtClean="0"/>
              <a:t> </a:t>
            </a:r>
            <a:r>
              <a:rPr lang="en-US" sz="5400" b="1" dirty="0" err="1" smtClean="0"/>
              <a:t>Lyrica</a:t>
            </a:r>
            <a:endParaRPr sz="5400" b="1" dirty="0"/>
          </a:p>
        </p:txBody>
      </p:sp>
      <p:grpSp>
        <p:nvGrpSpPr>
          <p:cNvPr id="264" name="Google Shape;264;p35"/>
          <p:cNvGrpSpPr/>
          <p:nvPr/>
        </p:nvGrpSpPr>
        <p:grpSpPr>
          <a:xfrm>
            <a:off x="304800" y="1352550"/>
            <a:ext cx="4255411" cy="3394826"/>
            <a:chOff x="-132051" y="1608692"/>
            <a:chExt cx="4255411" cy="3394826"/>
          </a:xfrm>
        </p:grpSpPr>
        <p:sp>
          <p:nvSpPr>
            <p:cNvPr id="265" name="Google Shape;265;p35"/>
            <p:cNvSpPr/>
            <p:nvPr/>
          </p:nvSpPr>
          <p:spPr>
            <a:xfrm flipH="1">
              <a:off x="2420184" y="1617801"/>
              <a:ext cx="832070" cy="838576"/>
            </a:xfrm>
            <a:custGeom>
              <a:avLst/>
              <a:gdLst/>
              <a:ahLst/>
              <a:cxnLst/>
              <a:rect l="l" t="t" r="r" b="b"/>
              <a:pathLst>
                <a:path w="22381" h="22556" extrusionOk="0">
                  <a:moveTo>
                    <a:pt x="5631" y="0"/>
                  </a:moveTo>
                  <a:cubicBezTo>
                    <a:pt x="3745" y="0"/>
                    <a:pt x="2175" y="360"/>
                    <a:pt x="1484" y="677"/>
                  </a:cubicBezTo>
                  <a:cubicBezTo>
                    <a:pt x="548" y="1109"/>
                    <a:pt x="1" y="1973"/>
                    <a:pt x="173" y="2837"/>
                  </a:cubicBezTo>
                  <a:cubicBezTo>
                    <a:pt x="361" y="3687"/>
                    <a:pt x="1181" y="4292"/>
                    <a:pt x="1181" y="4292"/>
                  </a:cubicBezTo>
                  <a:cubicBezTo>
                    <a:pt x="1181" y="4292"/>
                    <a:pt x="1326" y="4349"/>
                    <a:pt x="1570" y="4479"/>
                  </a:cubicBezTo>
                  <a:cubicBezTo>
                    <a:pt x="2132" y="4781"/>
                    <a:pt x="2665" y="5170"/>
                    <a:pt x="3140" y="5631"/>
                  </a:cubicBezTo>
                  <a:cubicBezTo>
                    <a:pt x="3558" y="6034"/>
                    <a:pt x="3918" y="6524"/>
                    <a:pt x="4191" y="7057"/>
                  </a:cubicBezTo>
                  <a:cubicBezTo>
                    <a:pt x="4206" y="7085"/>
                    <a:pt x="4235" y="7129"/>
                    <a:pt x="4249" y="7157"/>
                  </a:cubicBezTo>
                  <a:cubicBezTo>
                    <a:pt x="5185" y="9145"/>
                    <a:pt x="4451" y="10931"/>
                    <a:pt x="4652" y="15064"/>
                  </a:cubicBezTo>
                  <a:cubicBezTo>
                    <a:pt x="4782" y="17829"/>
                    <a:pt x="6337" y="20378"/>
                    <a:pt x="9318" y="21674"/>
                  </a:cubicBezTo>
                  <a:cubicBezTo>
                    <a:pt x="10613" y="22232"/>
                    <a:pt x="12175" y="22556"/>
                    <a:pt x="14007" y="22556"/>
                  </a:cubicBezTo>
                  <a:cubicBezTo>
                    <a:pt x="14254" y="22556"/>
                    <a:pt x="14505" y="22550"/>
                    <a:pt x="14762" y="22538"/>
                  </a:cubicBezTo>
                  <a:cubicBezTo>
                    <a:pt x="17008" y="22437"/>
                    <a:pt x="20335" y="20176"/>
                    <a:pt x="21358" y="18779"/>
                  </a:cubicBezTo>
                  <a:cubicBezTo>
                    <a:pt x="22380" y="17382"/>
                    <a:pt x="21012" y="14516"/>
                    <a:pt x="21012" y="14473"/>
                  </a:cubicBezTo>
                  <a:lnTo>
                    <a:pt x="21012" y="14473"/>
                  </a:lnTo>
                  <a:cubicBezTo>
                    <a:pt x="21286" y="14776"/>
                    <a:pt x="21588" y="15078"/>
                    <a:pt x="21905" y="15366"/>
                  </a:cubicBezTo>
                  <a:cubicBezTo>
                    <a:pt x="21790" y="14344"/>
                    <a:pt x="21430" y="12414"/>
                    <a:pt x="18895" y="10743"/>
                  </a:cubicBezTo>
                  <a:cubicBezTo>
                    <a:pt x="16375" y="9058"/>
                    <a:pt x="13984" y="7229"/>
                    <a:pt x="13984" y="7229"/>
                  </a:cubicBezTo>
                  <a:cubicBezTo>
                    <a:pt x="12645" y="6077"/>
                    <a:pt x="12011" y="4724"/>
                    <a:pt x="11666" y="4018"/>
                  </a:cubicBezTo>
                  <a:cubicBezTo>
                    <a:pt x="11334" y="3312"/>
                    <a:pt x="10326" y="533"/>
                    <a:pt x="7619" y="144"/>
                  </a:cubicBezTo>
                  <a:cubicBezTo>
                    <a:pt x="6956" y="43"/>
                    <a:pt x="6294" y="0"/>
                    <a:pt x="563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5"/>
            <p:cNvSpPr/>
            <p:nvPr/>
          </p:nvSpPr>
          <p:spPr>
            <a:xfrm flipH="1">
              <a:off x="2536364" y="1683084"/>
              <a:ext cx="667150" cy="738085"/>
            </a:xfrm>
            <a:custGeom>
              <a:avLst/>
              <a:gdLst/>
              <a:ahLst/>
              <a:cxnLst/>
              <a:rect l="l" t="t" r="r" b="b"/>
              <a:pathLst>
                <a:path w="17945" h="19853" extrusionOk="0">
                  <a:moveTo>
                    <a:pt x="245" y="1"/>
                  </a:moveTo>
                  <a:lnTo>
                    <a:pt x="245" y="1"/>
                  </a:lnTo>
                  <a:cubicBezTo>
                    <a:pt x="0" y="1110"/>
                    <a:pt x="43" y="2017"/>
                    <a:pt x="259" y="2723"/>
                  </a:cubicBezTo>
                  <a:cubicBezTo>
                    <a:pt x="821" y="3025"/>
                    <a:pt x="1354" y="3414"/>
                    <a:pt x="1829" y="3875"/>
                  </a:cubicBezTo>
                  <a:cubicBezTo>
                    <a:pt x="1843" y="3889"/>
                    <a:pt x="1872" y="3918"/>
                    <a:pt x="1901" y="3947"/>
                  </a:cubicBezTo>
                  <a:cubicBezTo>
                    <a:pt x="1915" y="3947"/>
                    <a:pt x="1915" y="3961"/>
                    <a:pt x="1930" y="3976"/>
                  </a:cubicBezTo>
                  <a:cubicBezTo>
                    <a:pt x="1944" y="3990"/>
                    <a:pt x="1959" y="4005"/>
                    <a:pt x="1973" y="4019"/>
                  </a:cubicBezTo>
                  <a:cubicBezTo>
                    <a:pt x="1987" y="4033"/>
                    <a:pt x="2002" y="4048"/>
                    <a:pt x="2002" y="4062"/>
                  </a:cubicBezTo>
                  <a:cubicBezTo>
                    <a:pt x="2016" y="4077"/>
                    <a:pt x="2031" y="4091"/>
                    <a:pt x="2045" y="4105"/>
                  </a:cubicBezTo>
                  <a:lnTo>
                    <a:pt x="2088" y="4134"/>
                  </a:lnTo>
                  <a:cubicBezTo>
                    <a:pt x="2103" y="4149"/>
                    <a:pt x="2117" y="4163"/>
                    <a:pt x="2117" y="4177"/>
                  </a:cubicBezTo>
                  <a:cubicBezTo>
                    <a:pt x="2131" y="4192"/>
                    <a:pt x="2146" y="4206"/>
                    <a:pt x="2160" y="4221"/>
                  </a:cubicBezTo>
                  <a:cubicBezTo>
                    <a:pt x="2175" y="4235"/>
                    <a:pt x="2189" y="4249"/>
                    <a:pt x="2203" y="4264"/>
                  </a:cubicBezTo>
                  <a:cubicBezTo>
                    <a:pt x="2203" y="4278"/>
                    <a:pt x="2218" y="4293"/>
                    <a:pt x="2232" y="4307"/>
                  </a:cubicBezTo>
                  <a:cubicBezTo>
                    <a:pt x="2247" y="4321"/>
                    <a:pt x="2261" y="4336"/>
                    <a:pt x="2275" y="4350"/>
                  </a:cubicBezTo>
                  <a:lnTo>
                    <a:pt x="2304" y="4393"/>
                  </a:lnTo>
                  <a:lnTo>
                    <a:pt x="2333" y="4437"/>
                  </a:lnTo>
                  <a:cubicBezTo>
                    <a:pt x="2348" y="4451"/>
                    <a:pt x="2362" y="4480"/>
                    <a:pt x="2376" y="4494"/>
                  </a:cubicBezTo>
                  <a:cubicBezTo>
                    <a:pt x="2391" y="4509"/>
                    <a:pt x="2405" y="4523"/>
                    <a:pt x="2405" y="4537"/>
                  </a:cubicBezTo>
                  <a:cubicBezTo>
                    <a:pt x="2420" y="4552"/>
                    <a:pt x="2434" y="4566"/>
                    <a:pt x="2448" y="4581"/>
                  </a:cubicBezTo>
                  <a:cubicBezTo>
                    <a:pt x="2463" y="4595"/>
                    <a:pt x="2463" y="4609"/>
                    <a:pt x="2477" y="4624"/>
                  </a:cubicBezTo>
                  <a:cubicBezTo>
                    <a:pt x="2492" y="4638"/>
                    <a:pt x="2506" y="4653"/>
                    <a:pt x="2520" y="4681"/>
                  </a:cubicBezTo>
                  <a:cubicBezTo>
                    <a:pt x="2520" y="4696"/>
                    <a:pt x="2535" y="4710"/>
                    <a:pt x="2549" y="4725"/>
                  </a:cubicBezTo>
                  <a:lnTo>
                    <a:pt x="2578" y="4768"/>
                  </a:lnTo>
                  <a:lnTo>
                    <a:pt x="2607" y="4825"/>
                  </a:lnTo>
                  <a:cubicBezTo>
                    <a:pt x="2621" y="4840"/>
                    <a:pt x="2636" y="4854"/>
                    <a:pt x="2650" y="4869"/>
                  </a:cubicBezTo>
                  <a:cubicBezTo>
                    <a:pt x="2650" y="4883"/>
                    <a:pt x="2664" y="4897"/>
                    <a:pt x="2679" y="4926"/>
                  </a:cubicBezTo>
                  <a:cubicBezTo>
                    <a:pt x="2679" y="4941"/>
                    <a:pt x="2693" y="4955"/>
                    <a:pt x="2708" y="4969"/>
                  </a:cubicBezTo>
                  <a:cubicBezTo>
                    <a:pt x="2722" y="4998"/>
                    <a:pt x="2722" y="5013"/>
                    <a:pt x="2736" y="5027"/>
                  </a:cubicBezTo>
                  <a:lnTo>
                    <a:pt x="2765" y="5070"/>
                  </a:lnTo>
                  <a:cubicBezTo>
                    <a:pt x="2780" y="5099"/>
                    <a:pt x="2794" y="5113"/>
                    <a:pt x="2794" y="5128"/>
                  </a:cubicBezTo>
                  <a:cubicBezTo>
                    <a:pt x="2808" y="5157"/>
                    <a:pt x="2823" y="5171"/>
                    <a:pt x="2823" y="5185"/>
                  </a:cubicBezTo>
                  <a:cubicBezTo>
                    <a:pt x="2837" y="5200"/>
                    <a:pt x="2852" y="5229"/>
                    <a:pt x="2866" y="5243"/>
                  </a:cubicBezTo>
                  <a:cubicBezTo>
                    <a:pt x="2866" y="5257"/>
                    <a:pt x="2880" y="5272"/>
                    <a:pt x="2880" y="5286"/>
                  </a:cubicBezTo>
                  <a:cubicBezTo>
                    <a:pt x="2895" y="5329"/>
                    <a:pt x="2924" y="5358"/>
                    <a:pt x="2938" y="5401"/>
                  </a:cubicBezTo>
                  <a:cubicBezTo>
                    <a:pt x="3874" y="7389"/>
                    <a:pt x="3140" y="9175"/>
                    <a:pt x="3341" y="13308"/>
                  </a:cubicBezTo>
                  <a:cubicBezTo>
                    <a:pt x="3428" y="15655"/>
                    <a:pt x="4637" y="17815"/>
                    <a:pt x="6581" y="19126"/>
                  </a:cubicBezTo>
                  <a:cubicBezTo>
                    <a:pt x="7273" y="19595"/>
                    <a:pt x="8082" y="19853"/>
                    <a:pt x="8907" y="19853"/>
                  </a:cubicBezTo>
                  <a:cubicBezTo>
                    <a:pt x="9044" y="19853"/>
                    <a:pt x="9181" y="19846"/>
                    <a:pt x="9318" y="19832"/>
                  </a:cubicBezTo>
                  <a:lnTo>
                    <a:pt x="9332" y="19832"/>
                  </a:lnTo>
                  <a:cubicBezTo>
                    <a:pt x="10729" y="19702"/>
                    <a:pt x="12112" y="19443"/>
                    <a:pt x="13393" y="18881"/>
                  </a:cubicBezTo>
                  <a:cubicBezTo>
                    <a:pt x="14675" y="18334"/>
                    <a:pt x="15841" y="17455"/>
                    <a:pt x="16576" y="16274"/>
                  </a:cubicBezTo>
                  <a:cubicBezTo>
                    <a:pt x="17310" y="15079"/>
                    <a:pt x="17670" y="13553"/>
                    <a:pt x="17210" y="12242"/>
                  </a:cubicBezTo>
                  <a:lnTo>
                    <a:pt x="17210" y="12242"/>
                  </a:lnTo>
                  <a:cubicBezTo>
                    <a:pt x="17397" y="12516"/>
                    <a:pt x="17670" y="12688"/>
                    <a:pt x="17944" y="12890"/>
                  </a:cubicBezTo>
                  <a:cubicBezTo>
                    <a:pt x="17886" y="12588"/>
                    <a:pt x="17786" y="12300"/>
                    <a:pt x="17670" y="12012"/>
                  </a:cubicBezTo>
                  <a:cubicBezTo>
                    <a:pt x="17253" y="11061"/>
                    <a:pt x="16490" y="10096"/>
                    <a:pt x="15568" y="9621"/>
                  </a:cubicBezTo>
                  <a:cubicBezTo>
                    <a:pt x="14689" y="9160"/>
                    <a:pt x="13941" y="8570"/>
                    <a:pt x="12990" y="8210"/>
                  </a:cubicBezTo>
                  <a:cubicBezTo>
                    <a:pt x="11175" y="7518"/>
                    <a:pt x="9044" y="7187"/>
                    <a:pt x="7618" y="5747"/>
                  </a:cubicBezTo>
                  <a:cubicBezTo>
                    <a:pt x="6697" y="4811"/>
                    <a:pt x="6207" y="3544"/>
                    <a:pt x="5300" y="2608"/>
                  </a:cubicBezTo>
                  <a:cubicBezTo>
                    <a:pt x="4234" y="1499"/>
                    <a:pt x="2938" y="1412"/>
                    <a:pt x="1570" y="995"/>
                  </a:cubicBezTo>
                  <a:cubicBezTo>
                    <a:pt x="1239" y="894"/>
                    <a:pt x="130" y="563"/>
                    <a:pt x="245" y="1"/>
                  </a:cubicBezTo>
                  <a:close/>
                </a:path>
              </a:pathLst>
            </a:custGeom>
            <a:solidFill>
              <a:srgbClr val="0B1F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5"/>
            <p:cNvSpPr/>
            <p:nvPr/>
          </p:nvSpPr>
          <p:spPr>
            <a:xfrm flipH="1">
              <a:off x="3103915" y="4761679"/>
              <a:ext cx="530597" cy="205629"/>
            </a:xfrm>
            <a:custGeom>
              <a:avLst/>
              <a:gdLst/>
              <a:ahLst/>
              <a:cxnLst/>
              <a:rect l="l" t="t" r="r" b="b"/>
              <a:pathLst>
                <a:path w="14272" h="5531" extrusionOk="0">
                  <a:moveTo>
                    <a:pt x="8540" y="0"/>
                  </a:moveTo>
                  <a:cubicBezTo>
                    <a:pt x="8540" y="0"/>
                    <a:pt x="8655" y="1397"/>
                    <a:pt x="5919" y="2564"/>
                  </a:cubicBezTo>
                  <a:cubicBezTo>
                    <a:pt x="4997" y="2938"/>
                    <a:pt x="4047" y="3226"/>
                    <a:pt x="3068" y="3413"/>
                  </a:cubicBezTo>
                  <a:cubicBezTo>
                    <a:pt x="763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57" y="3039"/>
                  </a:lnTo>
                  <a:lnTo>
                    <a:pt x="14272" y="418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5"/>
            <p:cNvSpPr/>
            <p:nvPr/>
          </p:nvSpPr>
          <p:spPr>
            <a:xfrm flipH="1">
              <a:off x="3102317" y="4856444"/>
              <a:ext cx="529519" cy="113540"/>
            </a:xfrm>
            <a:custGeom>
              <a:avLst/>
              <a:gdLst/>
              <a:ahLst/>
              <a:cxnLst/>
              <a:rect l="l" t="t" r="r" b="b"/>
              <a:pathLst>
                <a:path w="14243" h="3054" extrusionOk="0">
                  <a:moveTo>
                    <a:pt x="5847" y="0"/>
                  </a:moveTo>
                  <a:cubicBezTo>
                    <a:pt x="4925" y="389"/>
                    <a:pt x="3975" y="677"/>
                    <a:pt x="2996" y="864"/>
                  </a:cubicBezTo>
                  <a:cubicBezTo>
                    <a:pt x="691" y="1340"/>
                    <a:pt x="0" y="3053"/>
                    <a:pt x="0" y="3053"/>
                  </a:cubicBezTo>
                  <a:lnTo>
                    <a:pt x="14243" y="3053"/>
                  </a:lnTo>
                  <a:lnTo>
                    <a:pt x="14185" y="490"/>
                  </a:lnTo>
                  <a:cubicBezTo>
                    <a:pt x="12889" y="850"/>
                    <a:pt x="10916" y="1685"/>
                    <a:pt x="7532" y="1959"/>
                  </a:cubicBezTo>
                  <a:cubicBezTo>
                    <a:pt x="7172" y="1268"/>
                    <a:pt x="6495" y="576"/>
                    <a:pt x="584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5"/>
            <p:cNvSpPr/>
            <p:nvPr/>
          </p:nvSpPr>
          <p:spPr>
            <a:xfrm flipH="1">
              <a:off x="2996287" y="2912396"/>
              <a:ext cx="420329" cy="1923192"/>
            </a:xfrm>
            <a:custGeom>
              <a:avLst/>
              <a:gdLst/>
              <a:ahLst/>
              <a:cxnLst/>
              <a:rect l="l" t="t" r="r" b="b"/>
              <a:pathLst>
                <a:path w="11306" h="51730" extrusionOk="0">
                  <a:moveTo>
                    <a:pt x="4666" y="0"/>
                  </a:moveTo>
                  <a:cubicBezTo>
                    <a:pt x="2852" y="0"/>
                    <a:pt x="1167" y="764"/>
                    <a:pt x="620" y="2578"/>
                  </a:cubicBezTo>
                  <a:cubicBezTo>
                    <a:pt x="404" y="3284"/>
                    <a:pt x="288" y="4983"/>
                    <a:pt x="231" y="7345"/>
                  </a:cubicBezTo>
                  <a:cubicBezTo>
                    <a:pt x="216" y="7719"/>
                    <a:pt x="202" y="8108"/>
                    <a:pt x="202" y="8511"/>
                  </a:cubicBezTo>
                  <a:cubicBezTo>
                    <a:pt x="0" y="21516"/>
                    <a:pt x="1426" y="50102"/>
                    <a:pt x="1426" y="50102"/>
                  </a:cubicBezTo>
                  <a:lnTo>
                    <a:pt x="9001" y="51730"/>
                  </a:lnTo>
                  <a:cubicBezTo>
                    <a:pt x="9001" y="51730"/>
                    <a:pt x="10643" y="16029"/>
                    <a:pt x="11032" y="8511"/>
                  </a:cubicBezTo>
                  <a:cubicBezTo>
                    <a:pt x="11061" y="7964"/>
                    <a:pt x="11089" y="7561"/>
                    <a:pt x="11104" y="7345"/>
                  </a:cubicBezTo>
                  <a:cubicBezTo>
                    <a:pt x="11104" y="7331"/>
                    <a:pt x="11104" y="7316"/>
                    <a:pt x="11104" y="7302"/>
                  </a:cubicBezTo>
                  <a:cubicBezTo>
                    <a:pt x="11305" y="4349"/>
                    <a:pt x="10528" y="3313"/>
                    <a:pt x="9606" y="2132"/>
                  </a:cubicBezTo>
                  <a:cubicBezTo>
                    <a:pt x="8584" y="821"/>
                    <a:pt x="6553" y="0"/>
                    <a:pt x="466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5"/>
            <p:cNvSpPr/>
            <p:nvPr/>
          </p:nvSpPr>
          <p:spPr>
            <a:xfrm flipH="1">
              <a:off x="2996287" y="2912359"/>
              <a:ext cx="411778" cy="272585"/>
            </a:xfrm>
            <a:custGeom>
              <a:avLst/>
              <a:gdLst/>
              <a:ahLst/>
              <a:cxnLst/>
              <a:rect l="l" t="t" r="r" b="b"/>
              <a:pathLst>
                <a:path w="11076" h="7332" extrusionOk="0">
                  <a:moveTo>
                    <a:pt x="4441" y="0"/>
                  </a:moveTo>
                  <a:cubicBezTo>
                    <a:pt x="2623" y="0"/>
                    <a:pt x="934" y="762"/>
                    <a:pt x="390" y="2579"/>
                  </a:cubicBezTo>
                  <a:cubicBezTo>
                    <a:pt x="174" y="3285"/>
                    <a:pt x="58" y="4984"/>
                    <a:pt x="1" y="7332"/>
                  </a:cubicBezTo>
                  <a:lnTo>
                    <a:pt x="10874" y="7332"/>
                  </a:lnTo>
                  <a:cubicBezTo>
                    <a:pt x="10874" y="7332"/>
                    <a:pt x="10874" y="7317"/>
                    <a:pt x="10874" y="7303"/>
                  </a:cubicBezTo>
                  <a:cubicBezTo>
                    <a:pt x="11075" y="4350"/>
                    <a:pt x="10298" y="3314"/>
                    <a:pt x="9376" y="2133"/>
                  </a:cubicBezTo>
                  <a:cubicBezTo>
                    <a:pt x="8350" y="820"/>
                    <a:pt x="6326" y="0"/>
                    <a:pt x="444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5"/>
            <p:cNvSpPr/>
            <p:nvPr/>
          </p:nvSpPr>
          <p:spPr>
            <a:xfrm flipH="1">
              <a:off x="2744112" y="4761679"/>
              <a:ext cx="529556" cy="205629"/>
            </a:xfrm>
            <a:custGeom>
              <a:avLst/>
              <a:gdLst/>
              <a:ahLst/>
              <a:cxnLst/>
              <a:rect l="l" t="t" r="r" b="b"/>
              <a:pathLst>
                <a:path w="14244" h="5531" extrusionOk="0">
                  <a:moveTo>
                    <a:pt x="8411" y="0"/>
                  </a:moveTo>
                  <a:lnTo>
                    <a:pt x="8411" y="0"/>
                  </a:lnTo>
                  <a:cubicBezTo>
                    <a:pt x="8411" y="0"/>
                    <a:pt x="8569" y="1397"/>
                    <a:pt x="5862" y="2564"/>
                  </a:cubicBezTo>
                  <a:cubicBezTo>
                    <a:pt x="4940" y="2938"/>
                    <a:pt x="3990" y="3226"/>
                    <a:pt x="3025" y="3413"/>
                  </a:cubicBezTo>
                  <a:cubicBezTo>
                    <a:pt x="721" y="3889"/>
                    <a:pt x="1" y="5530"/>
                    <a:pt x="1" y="5530"/>
                  </a:cubicBezTo>
                  <a:lnTo>
                    <a:pt x="14243" y="5530"/>
                  </a:lnTo>
                  <a:lnTo>
                    <a:pt x="14200" y="3039"/>
                  </a:lnTo>
                  <a:lnTo>
                    <a:pt x="14171" y="418"/>
                  </a:lnTo>
                  <a:lnTo>
                    <a:pt x="8411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5"/>
            <p:cNvSpPr/>
            <p:nvPr/>
          </p:nvSpPr>
          <p:spPr>
            <a:xfrm flipH="1">
              <a:off x="2744112" y="4856444"/>
              <a:ext cx="529556" cy="110863"/>
            </a:xfrm>
            <a:custGeom>
              <a:avLst/>
              <a:gdLst/>
              <a:ahLst/>
              <a:cxnLst/>
              <a:rect l="l" t="t" r="r" b="b"/>
              <a:pathLst>
                <a:path w="14244" h="2982" extrusionOk="0">
                  <a:moveTo>
                    <a:pt x="5862" y="0"/>
                  </a:moveTo>
                  <a:cubicBezTo>
                    <a:pt x="4940" y="389"/>
                    <a:pt x="3990" y="677"/>
                    <a:pt x="3025" y="864"/>
                  </a:cubicBezTo>
                  <a:cubicBezTo>
                    <a:pt x="721" y="1340"/>
                    <a:pt x="1" y="2981"/>
                    <a:pt x="1" y="2981"/>
                  </a:cubicBezTo>
                  <a:lnTo>
                    <a:pt x="14243" y="2981"/>
                  </a:lnTo>
                  <a:lnTo>
                    <a:pt x="14200" y="490"/>
                  </a:lnTo>
                  <a:cubicBezTo>
                    <a:pt x="12918" y="850"/>
                    <a:pt x="10960" y="1685"/>
                    <a:pt x="7590" y="1959"/>
                  </a:cubicBezTo>
                  <a:cubicBezTo>
                    <a:pt x="7201" y="1268"/>
                    <a:pt x="6510" y="576"/>
                    <a:pt x="58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5"/>
            <p:cNvSpPr/>
            <p:nvPr/>
          </p:nvSpPr>
          <p:spPr>
            <a:xfrm flipH="1">
              <a:off x="2678270" y="2912396"/>
              <a:ext cx="409622" cy="1923192"/>
            </a:xfrm>
            <a:custGeom>
              <a:avLst/>
              <a:gdLst/>
              <a:ahLst/>
              <a:cxnLst/>
              <a:rect l="l" t="t" r="r" b="b"/>
              <a:pathLst>
                <a:path w="11018" h="51730" extrusionOk="0">
                  <a:moveTo>
                    <a:pt x="4292" y="0"/>
                  </a:moveTo>
                  <a:cubicBezTo>
                    <a:pt x="2478" y="0"/>
                    <a:pt x="793" y="764"/>
                    <a:pt x="289" y="2578"/>
                  </a:cubicBezTo>
                  <a:cubicBezTo>
                    <a:pt x="102" y="3284"/>
                    <a:pt x="15" y="4983"/>
                    <a:pt x="1" y="7345"/>
                  </a:cubicBezTo>
                  <a:cubicBezTo>
                    <a:pt x="1" y="7719"/>
                    <a:pt x="1" y="8108"/>
                    <a:pt x="15" y="8511"/>
                  </a:cubicBezTo>
                  <a:cubicBezTo>
                    <a:pt x="116" y="21516"/>
                    <a:pt x="2175" y="50102"/>
                    <a:pt x="2175" y="50102"/>
                  </a:cubicBezTo>
                  <a:lnTo>
                    <a:pt x="9794" y="51730"/>
                  </a:lnTo>
                  <a:cubicBezTo>
                    <a:pt x="9794" y="51730"/>
                    <a:pt x="10615" y="16029"/>
                    <a:pt x="10845" y="8511"/>
                  </a:cubicBezTo>
                  <a:cubicBezTo>
                    <a:pt x="10859" y="7964"/>
                    <a:pt x="10874" y="7561"/>
                    <a:pt x="10888" y="7345"/>
                  </a:cubicBezTo>
                  <a:cubicBezTo>
                    <a:pt x="10888" y="7331"/>
                    <a:pt x="10888" y="7316"/>
                    <a:pt x="10888" y="7302"/>
                  </a:cubicBezTo>
                  <a:cubicBezTo>
                    <a:pt x="11018" y="4349"/>
                    <a:pt x="10226" y="3313"/>
                    <a:pt x="9275" y="2132"/>
                  </a:cubicBezTo>
                  <a:cubicBezTo>
                    <a:pt x="8209" y="821"/>
                    <a:pt x="6179" y="0"/>
                    <a:pt x="429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5"/>
            <p:cNvSpPr/>
            <p:nvPr/>
          </p:nvSpPr>
          <p:spPr>
            <a:xfrm flipH="1">
              <a:off x="2678270" y="2912359"/>
              <a:ext cx="409622" cy="272585"/>
            </a:xfrm>
            <a:custGeom>
              <a:avLst/>
              <a:gdLst/>
              <a:ahLst/>
              <a:cxnLst/>
              <a:rect l="l" t="t" r="r" b="b"/>
              <a:pathLst>
                <a:path w="11018" h="7332" extrusionOk="0">
                  <a:moveTo>
                    <a:pt x="4291" y="0"/>
                  </a:moveTo>
                  <a:cubicBezTo>
                    <a:pt x="2473" y="0"/>
                    <a:pt x="798" y="762"/>
                    <a:pt x="289" y="2579"/>
                  </a:cubicBezTo>
                  <a:cubicBezTo>
                    <a:pt x="102" y="3285"/>
                    <a:pt x="15" y="4984"/>
                    <a:pt x="1" y="7332"/>
                  </a:cubicBezTo>
                  <a:lnTo>
                    <a:pt x="10888" y="7332"/>
                  </a:lnTo>
                  <a:cubicBezTo>
                    <a:pt x="10888" y="7332"/>
                    <a:pt x="10888" y="7317"/>
                    <a:pt x="10888" y="7303"/>
                  </a:cubicBezTo>
                  <a:cubicBezTo>
                    <a:pt x="11018" y="4350"/>
                    <a:pt x="10226" y="3314"/>
                    <a:pt x="9275" y="2133"/>
                  </a:cubicBezTo>
                  <a:cubicBezTo>
                    <a:pt x="8219" y="820"/>
                    <a:pt x="6178" y="0"/>
                    <a:pt x="429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5"/>
            <p:cNvSpPr/>
            <p:nvPr/>
          </p:nvSpPr>
          <p:spPr>
            <a:xfrm flipH="1">
              <a:off x="3343227" y="2144085"/>
              <a:ext cx="599710" cy="525207"/>
            </a:xfrm>
            <a:custGeom>
              <a:avLst/>
              <a:gdLst/>
              <a:ahLst/>
              <a:cxnLst/>
              <a:rect l="l" t="t" r="r" b="b"/>
              <a:pathLst>
                <a:path w="16131" h="14127" extrusionOk="0">
                  <a:moveTo>
                    <a:pt x="1585" y="0"/>
                  </a:moveTo>
                  <a:lnTo>
                    <a:pt x="1" y="1829"/>
                  </a:lnTo>
                  <a:cubicBezTo>
                    <a:pt x="1" y="1829"/>
                    <a:pt x="5848" y="13451"/>
                    <a:pt x="8656" y="14099"/>
                  </a:cubicBezTo>
                  <a:cubicBezTo>
                    <a:pt x="8736" y="14118"/>
                    <a:pt x="8819" y="14127"/>
                    <a:pt x="8907" y="14127"/>
                  </a:cubicBezTo>
                  <a:cubicBezTo>
                    <a:pt x="11211" y="14127"/>
                    <a:pt x="16130" y="7964"/>
                    <a:pt x="16130" y="7964"/>
                  </a:cubicBezTo>
                  <a:lnTo>
                    <a:pt x="12184" y="4695"/>
                  </a:lnTo>
                  <a:lnTo>
                    <a:pt x="9319" y="7129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5"/>
            <p:cNvSpPr/>
            <p:nvPr/>
          </p:nvSpPr>
          <p:spPr>
            <a:xfrm flipH="1">
              <a:off x="3882375" y="2115161"/>
              <a:ext cx="240985" cy="118373"/>
            </a:xfrm>
            <a:custGeom>
              <a:avLst/>
              <a:gdLst/>
              <a:ahLst/>
              <a:cxnLst/>
              <a:rect l="l" t="t" r="r" b="b"/>
              <a:pathLst>
                <a:path w="6482" h="3184" extrusionOk="0">
                  <a:moveTo>
                    <a:pt x="418" y="1"/>
                  </a:moveTo>
                  <a:cubicBezTo>
                    <a:pt x="73" y="87"/>
                    <a:pt x="1" y="548"/>
                    <a:pt x="303" y="735"/>
                  </a:cubicBezTo>
                  <a:cubicBezTo>
                    <a:pt x="505" y="822"/>
                    <a:pt x="3011" y="980"/>
                    <a:pt x="3011" y="980"/>
                  </a:cubicBezTo>
                  <a:lnTo>
                    <a:pt x="3011" y="3155"/>
                  </a:lnTo>
                  <a:lnTo>
                    <a:pt x="5012" y="3183"/>
                  </a:lnTo>
                  <a:cubicBezTo>
                    <a:pt x="5019" y="3184"/>
                    <a:pt x="5025" y="3184"/>
                    <a:pt x="5032" y="3184"/>
                  </a:cubicBezTo>
                  <a:cubicBezTo>
                    <a:pt x="5423" y="3184"/>
                    <a:pt x="6067" y="2758"/>
                    <a:pt x="6251" y="2305"/>
                  </a:cubicBezTo>
                  <a:cubicBezTo>
                    <a:pt x="6452" y="1743"/>
                    <a:pt x="6481" y="1138"/>
                    <a:pt x="6352" y="562"/>
                  </a:cubicBezTo>
                  <a:cubicBezTo>
                    <a:pt x="6265" y="231"/>
                    <a:pt x="5977" y="1"/>
                    <a:pt x="564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5"/>
            <p:cNvSpPr/>
            <p:nvPr/>
          </p:nvSpPr>
          <p:spPr>
            <a:xfrm flipH="1">
              <a:off x="3880776" y="2073411"/>
              <a:ext cx="127482" cy="89003"/>
            </a:xfrm>
            <a:custGeom>
              <a:avLst/>
              <a:gdLst/>
              <a:ahLst/>
              <a:cxnLst/>
              <a:rect l="l" t="t" r="r" b="b"/>
              <a:pathLst>
                <a:path w="3429" h="2394" extrusionOk="0">
                  <a:moveTo>
                    <a:pt x="318" y="0"/>
                  </a:moveTo>
                  <a:cubicBezTo>
                    <a:pt x="275" y="0"/>
                    <a:pt x="231" y="0"/>
                    <a:pt x="188" y="15"/>
                  </a:cubicBezTo>
                  <a:cubicBezTo>
                    <a:pt x="1" y="87"/>
                    <a:pt x="188" y="605"/>
                    <a:pt x="390" y="764"/>
                  </a:cubicBezTo>
                  <a:cubicBezTo>
                    <a:pt x="548" y="893"/>
                    <a:pt x="793" y="1138"/>
                    <a:pt x="1110" y="1196"/>
                  </a:cubicBezTo>
                  <a:cubicBezTo>
                    <a:pt x="1192" y="1206"/>
                    <a:pt x="1275" y="1211"/>
                    <a:pt x="1359" y="1211"/>
                  </a:cubicBezTo>
                  <a:cubicBezTo>
                    <a:pt x="1512" y="1211"/>
                    <a:pt x="1667" y="1195"/>
                    <a:pt x="1816" y="1167"/>
                  </a:cubicBezTo>
                  <a:cubicBezTo>
                    <a:pt x="1816" y="1167"/>
                    <a:pt x="1902" y="1973"/>
                    <a:pt x="2075" y="2218"/>
                  </a:cubicBezTo>
                  <a:cubicBezTo>
                    <a:pt x="2161" y="2362"/>
                    <a:pt x="2377" y="2377"/>
                    <a:pt x="2737" y="2391"/>
                  </a:cubicBezTo>
                  <a:cubicBezTo>
                    <a:pt x="2755" y="2393"/>
                    <a:pt x="2773" y="2394"/>
                    <a:pt x="2791" y="2394"/>
                  </a:cubicBezTo>
                  <a:cubicBezTo>
                    <a:pt x="3072" y="2394"/>
                    <a:pt x="3315" y="2186"/>
                    <a:pt x="3342" y="1901"/>
                  </a:cubicBezTo>
                  <a:cubicBezTo>
                    <a:pt x="3428" y="1282"/>
                    <a:pt x="3184" y="533"/>
                    <a:pt x="2708" y="173"/>
                  </a:cubicBezTo>
                  <a:cubicBezTo>
                    <a:pt x="2661" y="141"/>
                    <a:pt x="2579" y="128"/>
                    <a:pt x="2476" y="128"/>
                  </a:cubicBezTo>
                  <a:cubicBezTo>
                    <a:pt x="2172" y="128"/>
                    <a:pt x="1685" y="238"/>
                    <a:pt x="1384" y="260"/>
                  </a:cubicBezTo>
                  <a:cubicBezTo>
                    <a:pt x="836" y="116"/>
                    <a:pt x="519" y="0"/>
                    <a:pt x="318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5"/>
            <p:cNvSpPr/>
            <p:nvPr/>
          </p:nvSpPr>
          <p:spPr>
            <a:xfrm flipH="1">
              <a:off x="3958403" y="2148175"/>
              <a:ext cx="75545" cy="90341"/>
            </a:xfrm>
            <a:custGeom>
              <a:avLst/>
              <a:gdLst/>
              <a:ahLst/>
              <a:cxnLst/>
              <a:rect l="l" t="t" r="r" b="b"/>
              <a:pathLst>
                <a:path w="2032" h="2430" extrusionOk="0">
                  <a:moveTo>
                    <a:pt x="672" y="0"/>
                  </a:moveTo>
                  <a:cubicBezTo>
                    <a:pt x="555" y="0"/>
                    <a:pt x="437" y="2"/>
                    <a:pt x="318" y="6"/>
                  </a:cubicBezTo>
                  <a:cubicBezTo>
                    <a:pt x="159" y="6"/>
                    <a:pt x="30" y="135"/>
                    <a:pt x="30" y="294"/>
                  </a:cubicBezTo>
                  <a:lnTo>
                    <a:pt x="15" y="625"/>
                  </a:lnTo>
                  <a:lnTo>
                    <a:pt x="15" y="884"/>
                  </a:lnTo>
                  <a:lnTo>
                    <a:pt x="1" y="1662"/>
                  </a:lnTo>
                  <a:lnTo>
                    <a:pt x="1" y="1935"/>
                  </a:lnTo>
                  <a:lnTo>
                    <a:pt x="1" y="2022"/>
                  </a:lnTo>
                  <a:cubicBezTo>
                    <a:pt x="1" y="2238"/>
                    <a:pt x="130" y="2425"/>
                    <a:pt x="274" y="2425"/>
                  </a:cubicBezTo>
                  <a:cubicBezTo>
                    <a:pt x="334" y="2428"/>
                    <a:pt x="399" y="2430"/>
                    <a:pt x="466" y="2430"/>
                  </a:cubicBezTo>
                  <a:cubicBezTo>
                    <a:pt x="721" y="2430"/>
                    <a:pt x="998" y="2404"/>
                    <a:pt x="1066" y="2324"/>
                  </a:cubicBezTo>
                  <a:cubicBezTo>
                    <a:pt x="1124" y="2223"/>
                    <a:pt x="1153" y="2108"/>
                    <a:pt x="1153" y="1993"/>
                  </a:cubicBezTo>
                  <a:cubicBezTo>
                    <a:pt x="1153" y="1878"/>
                    <a:pt x="1153" y="1763"/>
                    <a:pt x="1138" y="1662"/>
                  </a:cubicBezTo>
                  <a:lnTo>
                    <a:pt x="1138" y="1662"/>
                  </a:lnTo>
                  <a:cubicBezTo>
                    <a:pt x="1138" y="1662"/>
                    <a:pt x="1160" y="1664"/>
                    <a:pt x="1194" y="1664"/>
                  </a:cubicBezTo>
                  <a:cubicBezTo>
                    <a:pt x="1286" y="1664"/>
                    <a:pt x="1472" y="1648"/>
                    <a:pt x="1556" y="1532"/>
                  </a:cubicBezTo>
                  <a:cubicBezTo>
                    <a:pt x="1671" y="1374"/>
                    <a:pt x="1570" y="884"/>
                    <a:pt x="1570" y="884"/>
                  </a:cubicBezTo>
                  <a:cubicBezTo>
                    <a:pt x="1570" y="884"/>
                    <a:pt x="1945" y="884"/>
                    <a:pt x="2003" y="755"/>
                  </a:cubicBezTo>
                  <a:cubicBezTo>
                    <a:pt x="2031" y="683"/>
                    <a:pt x="2031" y="596"/>
                    <a:pt x="2031" y="524"/>
                  </a:cubicBezTo>
                  <a:cubicBezTo>
                    <a:pt x="2031" y="452"/>
                    <a:pt x="2031" y="395"/>
                    <a:pt x="2031" y="322"/>
                  </a:cubicBezTo>
                  <a:cubicBezTo>
                    <a:pt x="2031" y="193"/>
                    <a:pt x="1930" y="78"/>
                    <a:pt x="1801" y="63"/>
                  </a:cubicBezTo>
                  <a:cubicBezTo>
                    <a:pt x="1427" y="19"/>
                    <a:pt x="1053" y="0"/>
                    <a:pt x="67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5"/>
            <p:cNvSpPr/>
            <p:nvPr/>
          </p:nvSpPr>
          <p:spPr>
            <a:xfrm flipH="1">
              <a:off x="3958403" y="2167247"/>
              <a:ext cx="74987" cy="13830"/>
            </a:xfrm>
            <a:custGeom>
              <a:avLst/>
              <a:gdLst/>
              <a:ahLst/>
              <a:cxnLst/>
              <a:rect l="l" t="t" r="r" b="b"/>
              <a:pathLst>
                <a:path w="2017" h="372" extrusionOk="0">
                  <a:moveTo>
                    <a:pt x="1746" y="1"/>
                  </a:moveTo>
                  <a:cubicBezTo>
                    <a:pt x="1227" y="1"/>
                    <a:pt x="371" y="76"/>
                    <a:pt x="0" y="112"/>
                  </a:cubicBezTo>
                  <a:lnTo>
                    <a:pt x="0" y="371"/>
                  </a:lnTo>
                  <a:lnTo>
                    <a:pt x="1555" y="371"/>
                  </a:lnTo>
                  <a:cubicBezTo>
                    <a:pt x="1555" y="371"/>
                    <a:pt x="1930" y="371"/>
                    <a:pt x="1988" y="242"/>
                  </a:cubicBezTo>
                  <a:cubicBezTo>
                    <a:pt x="2016" y="170"/>
                    <a:pt x="2016" y="83"/>
                    <a:pt x="2016" y="11"/>
                  </a:cubicBezTo>
                  <a:cubicBezTo>
                    <a:pt x="1945" y="4"/>
                    <a:pt x="1853" y="1"/>
                    <a:pt x="1746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5"/>
            <p:cNvSpPr/>
            <p:nvPr/>
          </p:nvSpPr>
          <p:spPr>
            <a:xfrm flipH="1">
              <a:off x="3990524" y="2208886"/>
              <a:ext cx="43423" cy="11785"/>
            </a:xfrm>
            <a:custGeom>
              <a:avLst/>
              <a:gdLst/>
              <a:ahLst/>
              <a:cxnLst/>
              <a:rect l="l" t="t" r="r" b="b"/>
              <a:pathLst>
                <a:path w="1168" h="317" extrusionOk="0">
                  <a:moveTo>
                    <a:pt x="1" y="0"/>
                  </a:moveTo>
                  <a:lnTo>
                    <a:pt x="1" y="259"/>
                  </a:lnTo>
                  <a:lnTo>
                    <a:pt x="1167" y="317"/>
                  </a:lnTo>
                  <a:cubicBezTo>
                    <a:pt x="1167" y="216"/>
                    <a:pt x="1167" y="101"/>
                    <a:pt x="1153" y="1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5"/>
            <p:cNvSpPr/>
            <p:nvPr/>
          </p:nvSpPr>
          <p:spPr>
            <a:xfrm flipH="1">
              <a:off x="3082501" y="2071255"/>
              <a:ext cx="466355" cy="449773"/>
            </a:xfrm>
            <a:custGeom>
              <a:avLst/>
              <a:gdLst/>
              <a:ahLst/>
              <a:cxnLst/>
              <a:rect l="l" t="t" r="r" b="b"/>
              <a:pathLst>
                <a:path w="12544" h="12098" extrusionOk="0">
                  <a:moveTo>
                    <a:pt x="9188" y="1"/>
                  </a:moveTo>
                  <a:cubicBezTo>
                    <a:pt x="9131" y="1"/>
                    <a:pt x="9059" y="1"/>
                    <a:pt x="8987" y="30"/>
                  </a:cubicBezTo>
                  <a:cubicBezTo>
                    <a:pt x="7561" y="534"/>
                    <a:pt x="3327" y="4220"/>
                    <a:pt x="0" y="7331"/>
                  </a:cubicBezTo>
                  <a:lnTo>
                    <a:pt x="5228" y="12098"/>
                  </a:lnTo>
                  <a:cubicBezTo>
                    <a:pt x="6855" y="10499"/>
                    <a:pt x="9836" y="7475"/>
                    <a:pt x="10326" y="6611"/>
                  </a:cubicBezTo>
                  <a:cubicBezTo>
                    <a:pt x="12544" y="2708"/>
                    <a:pt x="10340" y="1"/>
                    <a:pt x="918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5"/>
            <p:cNvSpPr/>
            <p:nvPr/>
          </p:nvSpPr>
          <p:spPr>
            <a:xfrm flipH="1">
              <a:off x="2678270" y="2050324"/>
              <a:ext cx="763514" cy="1050041"/>
            </a:xfrm>
            <a:custGeom>
              <a:avLst/>
              <a:gdLst/>
              <a:ahLst/>
              <a:cxnLst/>
              <a:rect l="l" t="t" r="r" b="b"/>
              <a:pathLst>
                <a:path w="20537" h="28244" extrusionOk="0">
                  <a:moveTo>
                    <a:pt x="12355" y="0"/>
                  </a:moveTo>
                  <a:cubicBezTo>
                    <a:pt x="12269" y="0"/>
                    <a:pt x="12183" y="1"/>
                    <a:pt x="12098" y="2"/>
                  </a:cubicBezTo>
                  <a:cubicBezTo>
                    <a:pt x="9865" y="2"/>
                    <a:pt x="7561" y="247"/>
                    <a:pt x="7561" y="247"/>
                  </a:cubicBezTo>
                  <a:lnTo>
                    <a:pt x="7576" y="247"/>
                  </a:lnTo>
                  <a:cubicBezTo>
                    <a:pt x="7273" y="276"/>
                    <a:pt x="6985" y="319"/>
                    <a:pt x="6712" y="391"/>
                  </a:cubicBezTo>
                  <a:cubicBezTo>
                    <a:pt x="6496" y="449"/>
                    <a:pt x="6308" y="521"/>
                    <a:pt x="6107" y="593"/>
                  </a:cubicBezTo>
                  <a:cubicBezTo>
                    <a:pt x="5588" y="780"/>
                    <a:pt x="5142" y="1140"/>
                    <a:pt x="4854" y="1601"/>
                  </a:cubicBezTo>
                  <a:cubicBezTo>
                    <a:pt x="4566" y="2119"/>
                    <a:pt x="4364" y="4265"/>
                    <a:pt x="4249" y="6684"/>
                  </a:cubicBezTo>
                  <a:cubicBezTo>
                    <a:pt x="4076" y="9997"/>
                    <a:pt x="4033" y="13799"/>
                    <a:pt x="4033" y="14620"/>
                  </a:cubicBezTo>
                  <a:cubicBezTo>
                    <a:pt x="3428" y="17413"/>
                    <a:pt x="1009" y="23087"/>
                    <a:pt x="1" y="28243"/>
                  </a:cubicBezTo>
                  <a:lnTo>
                    <a:pt x="20537" y="28243"/>
                  </a:lnTo>
                  <a:cubicBezTo>
                    <a:pt x="20321" y="26731"/>
                    <a:pt x="19442" y="20610"/>
                    <a:pt x="18650" y="17413"/>
                  </a:cubicBezTo>
                  <a:cubicBezTo>
                    <a:pt x="18535" y="16909"/>
                    <a:pt x="18391" y="16405"/>
                    <a:pt x="18204" y="15916"/>
                  </a:cubicBezTo>
                  <a:cubicBezTo>
                    <a:pt x="18938" y="11077"/>
                    <a:pt x="19399" y="7059"/>
                    <a:pt x="19471" y="4553"/>
                  </a:cubicBezTo>
                  <a:cubicBezTo>
                    <a:pt x="19500" y="3127"/>
                    <a:pt x="19399" y="2191"/>
                    <a:pt x="19154" y="1874"/>
                  </a:cubicBezTo>
                  <a:cubicBezTo>
                    <a:pt x="18722" y="1313"/>
                    <a:pt x="18017" y="938"/>
                    <a:pt x="16922" y="636"/>
                  </a:cubicBezTo>
                  <a:cubicBezTo>
                    <a:pt x="16692" y="564"/>
                    <a:pt x="16461" y="506"/>
                    <a:pt x="16216" y="449"/>
                  </a:cubicBezTo>
                  <a:cubicBezTo>
                    <a:pt x="16015" y="405"/>
                    <a:pt x="15799" y="362"/>
                    <a:pt x="15568" y="319"/>
                  </a:cubicBezTo>
                  <a:cubicBezTo>
                    <a:pt x="15280" y="276"/>
                    <a:pt x="14963" y="218"/>
                    <a:pt x="14632" y="161"/>
                  </a:cubicBezTo>
                  <a:cubicBezTo>
                    <a:pt x="13868" y="57"/>
                    <a:pt x="13116" y="0"/>
                    <a:pt x="12355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5"/>
            <p:cNvSpPr/>
            <p:nvPr/>
          </p:nvSpPr>
          <p:spPr>
            <a:xfrm flipH="1">
              <a:off x="2854417" y="2050361"/>
              <a:ext cx="345379" cy="254926"/>
            </a:xfrm>
            <a:custGeom>
              <a:avLst/>
              <a:gdLst/>
              <a:ahLst/>
              <a:cxnLst/>
              <a:rect l="l" t="t" r="r" b="b"/>
              <a:pathLst>
                <a:path w="9290" h="6857" extrusionOk="0">
                  <a:moveTo>
                    <a:pt x="5579" y="0"/>
                  </a:moveTo>
                  <a:cubicBezTo>
                    <a:pt x="3357" y="0"/>
                    <a:pt x="1067" y="246"/>
                    <a:pt x="1067" y="246"/>
                  </a:cubicBezTo>
                  <a:cubicBezTo>
                    <a:pt x="764" y="275"/>
                    <a:pt x="476" y="318"/>
                    <a:pt x="188" y="390"/>
                  </a:cubicBezTo>
                  <a:cubicBezTo>
                    <a:pt x="1" y="448"/>
                    <a:pt x="1513" y="5315"/>
                    <a:pt x="2809" y="6856"/>
                  </a:cubicBezTo>
                  <a:cubicBezTo>
                    <a:pt x="5805" y="3414"/>
                    <a:pt x="9290" y="361"/>
                    <a:pt x="9059" y="318"/>
                  </a:cubicBezTo>
                  <a:cubicBezTo>
                    <a:pt x="8771" y="275"/>
                    <a:pt x="8454" y="217"/>
                    <a:pt x="8123" y="160"/>
                  </a:cubicBezTo>
                  <a:cubicBezTo>
                    <a:pt x="7397" y="42"/>
                    <a:pt x="6493" y="0"/>
                    <a:pt x="5579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5"/>
            <p:cNvSpPr/>
            <p:nvPr/>
          </p:nvSpPr>
          <p:spPr>
            <a:xfrm flipH="1">
              <a:off x="2879029" y="2319154"/>
              <a:ext cx="152093" cy="174139"/>
            </a:xfrm>
            <a:custGeom>
              <a:avLst/>
              <a:gdLst/>
              <a:ahLst/>
              <a:cxnLst/>
              <a:rect l="l" t="t" r="r" b="b"/>
              <a:pathLst>
                <a:path w="4091" h="4684" extrusionOk="0">
                  <a:moveTo>
                    <a:pt x="0" y="1"/>
                  </a:moveTo>
                  <a:lnTo>
                    <a:pt x="0" y="3270"/>
                  </a:lnTo>
                  <a:cubicBezTo>
                    <a:pt x="0" y="3270"/>
                    <a:pt x="101" y="4220"/>
                    <a:pt x="1368" y="4580"/>
                  </a:cubicBezTo>
                  <a:cubicBezTo>
                    <a:pt x="1621" y="4652"/>
                    <a:pt x="1870" y="4684"/>
                    <a:pt x="2108" y="4684"/>
                  </a:cubicBezTo>
                  <a:cubicBezTo>
                    <a:pt x="3069" y="4684"/>
                    <a:pt x="3857" y="4169"/>
                    <a:pt x="3961" y="3673"/>
                  </a:cubicBezTo>
                  <a:cubicBezTo>
                    <a:pt x="4090" y="2996"/>
                    <a:pt x="4018" y="145"/>
                    <a:pt x="4004" y="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5"/>
            <p:cNvSpPr/>
            <p:nvPr/>
          </p:nvSpPr>
          <p:spPr>
            <a:xfrm flipH="1">
              <a:off x="2274560" y="2309005"/>
              <a:ext cx="547216" cy="882371"/>
            </a:xfrm>
            <a:custGeom>
              <a:avLst/>
              <a:gdLst/>
              <a:ahLst/>
              <a:cxnLst/>
              <a:rect l="l" t="t" r="r" b="b"/>
              <a:pathLst>
                <a:path w="14719" h="23734" extrusionOk="0">
                  <a:moveTo>
                    <a:pt x="8324" y="0"/>
                  </a:moveTo>
                  <a:lnTo>
                    <a:pt x="3788" y="3946"/>
                  </a:lnTo>
                  <a:lnTo>
                    <a:pt x="7158" y="7402"/>
                  </a:lnTo>
                  <a:cubicBezTo>
                    <a:pt x="7158" y="7402"/>
                    <a:pt x="922" y="18232"/>
                    <a:pt x="735" y="18390"/>
                  </a:cubicBezTo>
                  <a:cubicBezTo>
                    <a:pt x="547" y="18549"/>
                    <a:pt x="605" y="20191"/>
                    <a:pt x="605" y="20191"/>
                  </a:cubicBezTo>
                  <a:cubicBezTo>
                    <a:pt x="605" y="20191"/>
                    <a:pt x="0" y="20738"/>
                    <a:pt x="115" y="20939"/>
                  </a:cubicBezTo>
                  <a:cubicBezTo>
                    <a:pt x="187" y="21094"/>
                    <a:pt x="252" y="21153"/>
                    <a:pt x="378" y="21153"/>
                  </a:cubicBezTo>
                  <a:cubicBezTo>
                    <a:pt x="428" y="21153"/>
                    <a:pt x="488" y="21143"/>
                    <a:pt x="562" y="21127"/>
                  </a:cubicBezTo>
                  <a:cubicBezTo>
                    <a:pt x="821" y="21069"/>
                    <a:pt x="1296" y="20752"/>
                    <a:pt x="1368" y="20565"/>
                  </a:cubicBezTo>
                  <a:cubicBezTo>
                    <a:pt x="1455" y="20234"/>
                    <a:pt x="1512" y="19888"/>
                    <a:pt x="1556" y="19543"/>
                  </a:cubicBezTo>
                  <a:lnTo>
                    <a:pt x="2088" y="19543"/>
                  </a:lnTo>
                  <a:cubicBezTo>
                    <a:pt x="2088" y="19543"/>
                    <a:pt x="3096" y="21184"/>
                    <a:pt x="3240" y="21501"/>
                  </a:cubicBezTo>
                  <a:cubicBezTo>
                    <a:pt x="3240" y="21919"/>
                    <a:pt x="3500" y="23733"/>
                    <a:pt x="4047" y="23733"/>
                  </a:cubicBezTo>
                  <a:cubicBezTo>
                    <a:pt x="4407" y="23733"/>
                    <a:pt x="4249" y="22164"/>
                    <a:pt x="4177" y="21746"/>
                  </a:cubicBezTo>
                  <a:cubicBezTo>
                    <a:pt x="4090" y="21328"/>
                    <a:pt x="3572" y="19456"/>
                    <a:pt x="3572" y="19456"/>
                  </a:cubicBezTo>
                  <a:cubicBezTo>
                    <a:pt x="3572" y="19456"/>
                    <a:pt x="13869" y="9001"/>
                    <a:pt x="14301" y="6970"/>
                  </a:cubicBezTo>
                  <a:cubicBezTo>
                    <a:pt x="14718" y="4954"/>
                    <a:pt x="8324" y="0"/>
                    <a:pt x="8324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5"/>
            <p:cNvSpPr/>
            <p:nvPr/>
          </p:nvSpPr>
          <p:spPr>
            <a:xfrm flipH="1">
              <a:off x="2408956" y="2098580"/>
              <a:ext cx="466912" cy="449773"/>
            </a:xfrm>
            <a:custGeom>
              <a:avLst/>
              <a:gdLst/>
              <a:ahLst/>
              <a:cxnLst/>
              <a:rect l="l" t="t" r="r" b="b"/>
              <a:pathLst>
                <a:path w="12559" h="12098" extrusionOk="0">
                  <a:moveTo>
                    <a:pt x="3356" y="0"/>
                  </a:moveTo>
                  <a:cubicBezTo>
                    <a:pt x="2204" y="0"/>
                    <a:pt x="1" y="2708"/>
                    <a:pt x="2218" y="6611"/>
                  </a:cubicBezTo>
                  <a:cubicBezTo>
                    <a:pt x="2708" y="7475"/>
                    <a:pt x="5704" y="10499"/>
                    <a:pt x="7317" y="12097"/>
                  </a:cubicBezTo>
                  <a:lnTo>
                    <a:pt x="12559" y="7331"/>
                  </a:lnTo>
                  <a:cubicBezTo>
                    <a:pt x="9232" y="4220"/>
                    <a:pt x="4998" y="533"/>
                    <a:pt x="3558" y="29"/>
                  </a:cubicBezTo>
                  <a:cubicBezTo>
                    <a:pt x="3500" y="15"/>
                    <a:pt x="3428" y="0"/>
                    <a:pt x="335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5"/>
            <p:cNvSpPr/>
            <p:nvPr/>
          </p:nvSpPr>
          <p:spPr>
            <a:xfrm flipH="1">
              <a:off x="2897766" y="1683084"/>
              <a:ext cx="336270" cy="560079"/>
            </a:xfrm>
            <a:custGeom>
              <a:avLst/>
              <a:gdLst/>
              <a:ahLst/>
              <a:cxnLst/>
              <a:rect l="l" t="t" r="r" b="b"/>
              <a:pathLst>
                <a:path w="9045" h="15065" extrusionOk="0">
                  <a:moveTo>
                    <a:pt x="1066" y="1"/>
                  </a:moveTo>
                  <a:cubicBezTo>
                    <a:pt x="778" y="318"/>
                    <a:pt x="591" y="865"/>
                    <a:pt x="562" y="1931"/>
                  </a:cubicBezTo>
                  <a:cubicBezTo>
                    <a:pt x="663" y="3616"/>
                    <a:pt x="792" y="3961"/>
                    <a:pt x="591" y="4408"/>
                  </a:cubicBezTo>
                  <a:cubicBezTo>
                    <a:pt x="389" y="4825"/>
                    <a:pt x="0" y="4797"/>
                    <a:pt x="29" y="4998"/>
                  </a:cubicBezTo>
                  <a:cubicBezTo>
                    <a:pt x="43" y="5200"/>
                    <a:pt x="691" y="5272"/>
                    <a:pt x="706" y="5848"/>
                  </a:cubicBezTo>
                  <a:cubicBezTo>
                    <a:pt x="706" y="6453"/>
                    <a:pt x="691" y="7360"/>
                    <a:pt x="908" y="7533"/>
                  </a:cubicBezTo>
                  <a:cubicBezTo>
                    <a:pt x="1113" y="7710"/>
                    <a:pt x="1470" y="7803"/>
                    <a:pt x="1931" y="7803"/>
                  </a:cubicBezTo>
                  <a:cubicBezTo>
                    <a:pt x="2181" y="7803"/>
                    <a:pt x="2462" y="7776"/>
                    <a:pt x="2765" y="7720"/>
                  </a:cubicBezTo>
                  <a:cubicBezTo>
                    <a:pt x="2866" y="7706"/>
                    <a:pt x="2952" y="7691"/>
                    <a:pt x="3024" y="7691"/>
                  </a:cubicBezTo>
                  <a:cubicBezTo>
                    <a:pt x="3077" y="7686"/>
                    <a:pt x="3125" y="7684"/>
                    <a:pt x="3170" y="7684"/>
                  </a:cubicBezTo>
                  <a:cubicBezTo>
                    <a:pt x="3653" y="7684"/>
                    <a:pt x="3703" y="7954"/>
                    <a:pt x="3716" y="8152"/>
                  </a:cubicBezTo>
                  <a:cubicBezTo>
                    <a:pt x="3759" y="8671"/>
                    <a:pt x="3586" y="9189"/>
                    <a:pt x="3241" y="9578"/>
                  </a:cubicBezTo>
                  <a:cubicBezTo>
                    <a:pt x="2924" y="9938"/>
                    <a:pt x="2016" y="10082"/>
                    <a:pt x="2016" y="10082"/>
                  </a:cubicBezTo>
                  <a:cubicBezTo>
                    <a:pt x="2016" y="10082"/>
                    <a:pt x="3039" y="14834"/>
                    <a:pt x="3989" y="15065"/>
                  </a:cubicBezTo>
                  <a:cubicBezTo>
                    <a:pt x="4781" y="14474"/>
                    <a:pt x="7532" y="11508"/>
                    <a:pt x="9044" y="10039"/>
                  </a:cubicBezTo>
                  <a:cubicBezTo>
                    <a:pt x="8065" y="9722"/>
                    <a:pt x="7100" y="9203"/>
                    <a:pt x="6783" y="8267"/>
                  </a:cubicBezTo>
                  <a:cubicBezTo>
                    <a:pt x="6466" y="7331"/>
                    <a:pt x="6740" y="4998"/>
                    <a:pt x="6740" y="4998"/>
                  </a:cubicBezTo>
                  <a:lnTo>
                    <a:pt x="6740" y="4998"/>
                  </a:lnTo>
                  <a:cubicBezTo>
                    <a:pt x="6740" y="4998"/>
                    <a:pt x="6817" y="5037"/>
                    <a:pt x="6957" y="5037"/>
                  </a:cubicBezTo>
                  <a:cubicBezTo>
                    <a:pt x="7074" y="5037"/>
                    <a:pt x="7235" y="5010"/>
                    <a:pt x="7431" y="4912"/>
                  </a:cubicBezTo>
                  <a:cubicBezTo>
                    <a:pt x="7863" y="4681"/>
                    <a:pt x="8223" y="2651"/>
                    <a:pt x="7518" y="2478"/>
                  </a:cubicBezTo>
                  <a:cubicBezTo>
                    <a:pt x="7437" y="2459"/>
                    <a:pt x="7359" y="2449"/>
                    <a:pt x="7285" y="2449"/>
                  </a:cubicBezTo>
                  <a:cubicBezTo>
                    <a:pt x="6752" y="2449"/>
                    <a:pt x="6395" y="2935"/>
                    <a:pt x="6193" y="3731"/>
                  </a:cubicBezTo>
                  <a:cubicBezTo>
                    <a:pt x="5545" y="3155"/>
                    <a:pt x="5401" y="2478"/>
                    <a:pt x="4652" y="2363"/>
                  </a:cubicBezTo>
                  <a:cubicBezTo>
                    <a:pt x="3903" y="2248"/>
                    <a:pt x="2204" y="2046"/>
                    <a:pt x="1512" y="1095"/>
                  </a:cubicBezTo>
                  <a:cubicBezTo>
                    <a:pt x="1282" y="764"/>
                    <a:pt x="1138" y="390"/>
                    <a:pt x="106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5"/>
            <p:cNvSpPr/>
            <p:nvPr/>
          </p:nvSpPr>
          <p:spPr>
            <a:xfrm flipH="1">
              <a:off x="3146744" y="1892989"/>
              <a:ext cx="44464" cy="28775"/>
            </a:xfrm>
            <a:custGeom>
              <a:avLst/>
              <a:gdLst/>
              <a:ahLst/>
              <a:cxnLst/>
              <a:rect l="l" t="t" r="r" b="b"/>
              <a:pathLst>
                <a:path w="1196" h="774" extrusionOk="0">
                  <a:moveTo>
                    <a:pt x="1196" y="0"/>
                  </a:moveTo>
                  <a:lnTo>
                    <a:pt x="0" y="605"/>
                  </a:lnTo>
                  <a:cubicBezTo>
                    <a:pt x="145" y="719"/>
                    <a:pt x="328" y="773"/>
                    <a:pt x="510" y="773"/>
                  </a:cubicBezTo>
                  <a:cubicBezTo>
                    <a:pt x="581" y="773"/>
                    <a:pt x="652" y="765"/>
                    <a:pt x="720" y="749"/>
                  </a:cubicBezTo>
                  <a:cubicBezTo>
                    <a:pt x="1152" y="620"/>
                    <a:pt x="1196" y="0"/>
                    <a:pt x="11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5"/>
            <p:cNvSpPr/>
            <p:nvPr/>
          </p:nvSpPr>
          <p:spPr>
            <a:xfrm flipH="1">
              <a:off x="3001640" y="1770117"/>
              <a:ext cx="219570" cy="94394"/>
            </a:xfrm>
            <a:custGeom>
              <a:avLst/>
              <a:gdLst/>
              <a:ahLst/>
              <a:cxnLst/>
              <a:rect l="l" t="t" r="r" b="b"/>
              <a:pathLst>
                <a:path w="5906" h="2539" extrusionOk="0">
                  <a:moveTo>
                    <a:pt x="1813" y="345"/>
                  </a:moveTo>
                  <a:cubicBezTo>
                    <a:pt x="2037" y="345"/>
                    <a:pt x="2265" y="428"/>
                    <a:pt x="2449" y="612"/>
                  </a:cubicBezTo>
                  <a:cubicBezTo>
                    <a:pt x="3040" y="1203"/>
                    <a:pt x="2622" y="2196"/>
                    <a:pt x="1801" y="2196"/>
                  </a:cubicBezTo>
                  <a:cubicBezTo>
                    <a:pt x="1297" y="2196"/>
                    <a:pt x="879" y="1779"/>
                    <a:pt x="879" y="1275"/>
                  </a:cubicBezTo>
                  <a:cubicBezTo>
                    <a:pt x="879" y="717"/>
                    <a:pt x="1338" y="345"/>
                    <a:pt x="1813" y="345"/>
                  </a:cubicBezTo>
                  <a:close/>
                  <a:moveTo>
                    <a:pt x="1803" y="0"/>
                  </a:moveTo>
                  <a:cubicBezTo>
                    <a:pt x="1250" y="0"/>
                    <a:pt x="699" y="339"/>
                    <a:pt x="563" y="1015"/>
                  </a:cubicBezTo>
                  <a:cubicBezTo>
                    <a:pt x="548" y="1073"/>
                    <a:pt x="491" y="1116"/>
                    <a:pt x="433" y="1116"/>
                  </a:cubicBezTo>
                  <a:lnTo>
                    <a:pt x="145" y="1116"/>
                  </a:lnTo>
                  <a:cubicBezTo>
                    <a:pt x="73" y="1116"/>
                    <a:pt x="15" y="1174"/>
                    <a:pt x="15" y="1246"/>
                  </a:cubicBezTo>
                  <a:cubicBezTo>
                    <a:pt x="1" y="1318"/>
                    <a:pt x="73" y="1390"/>
                    <a:pt x="145" y="1390"/>
                  </a:cubicBezTo>
                  <a:lnTo>
                    <a:pt x="433" y="1390"/>
                  </a:lnTo>
                  <a:cubicBezTo>
                    <a:pt x="491" y="1390"/>
                    <a:pt x="534" y="1433"/>
                    <a:pt x="548" y="1491"/>
                  </a:cubicBezTo>
                  <a:cubicBezTo>
                    <a:pt x="671" y="2189"/>
                    <a:pt x="1236" y="2538"/>
                    <a:pt x="1801" y="2538"/>
                  </a:cubicBezTo>
                  <a:cubicBezTo>
                    <a:pt x="2366" y="2538"/>
                    <a:pt x="2932" y="2189"/>
                    <a:pt x="3054" y="1491"/>
                  </a:cubicBezTo>
                  <a:cubicBezTo>
                    <a:pt x="3068" y="1433"/>
                    <a:pt x="3112" y="1390"/>
                    <a:pt x="3184" y="1390"/>
                  </a:cubicBezTo>
                  <a:lnTo>
                    <a:pt x="5761" y="1390"/>
                  </a:lnTo>
                  <a:cubicBezTo>
                    <a:pt x="5833" y="1390"/>
                    <a:pt x="5905" y="1318"/>
                    <a:pt x="5905" y="1246"/>
                  </a:cubicBezTo>
                  <a:cubicBezTo>
                    <a:pt x="5891" y="1174"/>
                    <a:pt x="5833" y="1116"/>
                    <a:pt x="5761" y="1116"/>
                  </a:cubicBezTo>
                  <a:lnTo>
                    <a:pt x="3169" y="1116"/>
                  </a:lnTo>
                  <a:cubicBezTo>
                    <a:pt x="3112" y="1116"/>
                    <a:pt x="3054" y="1073"/>
                    <a:pt x="3054" y="1015"/>
                  </a:cubicBezTo>
                  <a:cubicBezTo>
                    <a:pt x="2910" y="339"/>
                    <a:pt x="2355" y="0"/>
                    <a:pt x="1803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5"/>
            <p:cNvSpPr/>
            <p:nvPr/>
          </p:nvSpPr>
          <p:spPr>
            <a:xfrm flipH="1">
              <a:off x="2897766" y="1846405"/>
              <a:ext cx="261321" cy="396758"/>
            </a:xfrm>
            <a:custGeom>
              <a:avLst/>
              <a:gdLst/>
              <a:ahLst/>
              <a:cxnLst/>
              <a:rect l="l" t="t" r="r" b="b"/>
              <a:pathLst>
                <a:path w="7029" h="10672" extrusionOk="0">
                  <a:moveTo>
                    <a:pt x="4292" y="0"/>
                  </a:moveTo>
                  <a:cubicBezTo>
                    <a:pt x="4234" y="303"/>
                    <a:pt x="4177" y="490"/>
                    <a:pt x="4148" y="634"/>
                  </a:cubicBezTo>
                  <a:cubicBezTo>
                    <a:pt x="3500" y="2665"/>
                    <a:pt x="1685" y="3169"/>
                    <a:pt x="1008" y="3298"/>
                  </a:cubicBezTo>
                  <a:cubicBezTo>
                    <a:pt x="1061" y="3293"/>
                    <a:pt x="1109" y="3291"/>
                    <a:pt x="1154" y="3291"/>
                  </a:cubicBezTo>
                  <a:cubicBezTo>
                    <a:pt x="1637" y="3291"/>
                    <a:pt x="1687" y="3561"/>
                    <a:pt x="1700" y="3759"/>
                  </a:cubicBezTo>
                  <a:cubicBezTo>
                    <a:pt x="1743" y="4278"/>
                    <a:pt x="1570" y="4796"/>
                    <a:pt x="1225" y="5185"/>
                  </a:cubicBezTo>
                  <a:cubicBezTo>
                    <a:pt x="908" y="5545"/>
                    <a:pt x="0" y="5689"/>
                    <a:pt x="0" y="5689"/>
                  </a:cubicBezTo>
                  <a:cubicBezTo>
                    <a:pt x="0" y="5689"/>
                    <a:pt x="1023" y="10441"/>
                    <a:pt x="1973" y="10672"/>
                  </a:cubicBezTo>
                  <a:cubicBezTo>
                    <a:pt x="2765" y="10081"/>
                    <a:pt x="5516" y="7115"/>
                    <a:pt x="7028" y="5646"/>
                  </a:cubicBezTo>
                  <a:cubicBezTo>
                    <a:pt x="6049" y="5329"/>
                    <a:pt x="5084" y="4810"/>
                    <a:pt x="4767" y="3874"/>
                  </a:cubicBezTo>
                  <a:cubicBezTo>
                    <a:pt x="4450" y="2938"/>
                    <a:pt x="4724" y="605"/>
                    <a:pt x="4724" y="605"/>
                  </a:cubicBezTo>
                  <a:cubicBezTo>
                    <a:pt x="4724" y="605"/>
                    <a:pt x="4393" y="519"/>
                    <a:pt x="4292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5"/>
            <p:cNvSpPr/>
            <p:nvPr/>
          </p:nvSpPr>
          <p:spPr>
            <a:xfrm flipH="1">
              <a:off x="2955057" y="1790490"/>
              <a:ext cx="35913" cy="59707"/>
            </a:xfrm>
            <a:custGeom>
              <a:avLst/>
              <a:gdLst/>
              <a:ahLst/>
              <a:cxnLst/>
              <a:rect l="l" t="t" r="r" b="b"/>
              <a:pathLst>
                <a:path w="966" h="1606" extrusionOk="0">
                  <a:moveTo>
                    <a:pt x="772" y="1"/>
                  </a:moveTo>
                  <a:cubicBezTo>
                    <a:pt x="694" y="1"/>
                    <a:pt x="595" y="29"/>
                    <a:pt x="476" y="122"/>
                  </a:cubicBezTo>
                  <a:cubicBezTo>
                    <a:pt x="58" y="424"/>
                    <a:pt x="0" y="1605"/>
                    <a:pt x="432" y="1605"/>
                  </a:cubicBezTo>
                  <a:cubicBezTo>
                    <a:pt x="879" y="1605"/>
                    <a:pt x="893" y="871"/>
                    <a:pt x="591" y="799"/>
                  </a:cubicBezTo>
                  <a:cubicBezTo>
                    <a:pt x="533" y="784"/>
                    <a:pt x="461" y="770"/>
                    <a:pt x="389" y="755"/>
                  </a:cubicBezTo>
                  <a:cubicBezTo>
                    <a:pt x="389" y="755"/>
                    <a:pt x="461" y="79"/>
                    <a:pt x="965" y="79"/>
                  </a:cubicBezTo>
                  <a:cubicBezTo>
                    <a:pt x="965" y="79"/>
                    <a:pt x="898" y="1"/>
                    <a:pt x="772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 flipH="1">
              <a:off x="3137635" y="1740263"/>
              <a:ext cx="45542" cy="18886"/>
            </a:xfrm>
            <a:custGeom>
              <a:avLst/>
              <a:gdLst/>
              <a:ahLst/>
              <a:cxnLst/>
              <a:rect l="l" t="t" r="r" b="b"/>
              <a:pathLst>
                <a:path w="1225" h="508" extrusionOk="0">
                  <a:moveTo>
                    <a:pt x="643" y="0"/>
                  </a:moveTo>
                  <a:cubicBezTo>
                    <a:pt x="352" y="0"/>
                    <a:pt x="65" y="231"/>
                    <a:pt x="0" y="508"/>
                  </a:cubicBezTo>
                  <a:cubicBezTo>
                    <a:pt x="199" y="427"/>
                    <a:pt x="414" y="387"/>
                    <a:pt x="627" y="387"/>
                  </a:cubicBezTo>
                  <a:cubicBezTo>
                    <a:pt x="831" y="387"/>
                    <a:pt x="1035" y="423"/>
                    <a:pt x="1224" y="494"/>
                  </a:cubicBezTo>
                  <a:cubicBezTo>
                    <a:pt x="1093" y="137"/>
                    <a:pt x="866" y="0"/>
                    <a:pt x="643" y="0"/>
                  </a:cubicBezTo>
                  <a:close/>
                </a:path>
              </a:pathLst>
            </a:custGeom>
            <a:solidFill>
              <a:srgbClr val="1D2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 flipH="1">
              <a:off x="1477883" y="1608692"/>
              <a:ext cx="622723" cy="706707"/>
            </a:xfrm>
            <a:custGeom>
              <a:avLst/>
              <a:gdLst/>
              <a:ahLst/>
              <a:cxnLst/>
              <a:rect l="l" t="t" r="r" b="b"/>
              <a:pathLst>
                <a:path w="16750" h="19009" extrusionOk="0">
                  <a:moveTo>
                    <a:pt x="5344" y="0"/>
                  </a:moveTo>
                  <a:cubicBezTo>
                    <a:pt x="4494" y="0"/>
                    <a:pt x="3601" y="115"/>
                    <a:pt x="2967" y="475"/>
                  </a:cubicBezTo>
                  <a:cubicBezTo>
                    <a:pt x="2723" y="605"/>
                    <a:pt x="2521" y="792"/>
                    <a:pt x="2377" y="1023"/>
                  </a:cubicBezTo>
                  <a:cubicBezTo>
                    <a:pt x="1614" y="2189"/>
                    <a:pt x="1902" y="4335"/>
                    <a:pt x="1585" y="5674"/>
                  </a:cubicBezTo>
                  <a:cubicBezTo>
                    <a:pt x="1412" y="6452"/>
                    <a:pt x="735" y="6913"/>
                    <a:pt x="375" y="7590"/>
                  </a:cubicBezTo>
                  <a:cubicBezTo>
                    <a:pt x="73" y="8195"/>
                    <a:pt x="1" y="8871"/>
                    <a:pt x="174" y="9519"/>
                  </a:cubicBezTo>
                  <a:cubicBezTo>
                    <a:pt x="332" y="10182"/>
                    <a:pt x="778" y="10513"/>
                    <a:pt x="1110" y="11075"/>
                  </a:cubicBezTo>
                  <a:cubicBezTo>
                    <a:pt x="1844" y="12299"/>
                    <a:pt x="951" y="13624"/>
                    <a:pt x="778" y="14862"/>
                  </a:cubicBezTo>
                  <a:cubicBezTo>
                    <a:pt x="548" y="16461"/>
                    <a:pt x="1671" y="18074"/>
                    <a:pt x="3183" y="18679"/>
                  </a:cubicBezTo>
                  <a:cubicBezTo>
                    <a:pt x="3746" y="18906"/>
                    <a:pt x="4345" y="19009"/>
                    <a:pt x="4949" y="19009"/>
                  </a:cubicBezTo>
                  <a:cubicBezTo>
                    <a:pt x="5954" y="19009"/>
                    <a:pt x="6973" y="18723"/>
                    <a:pt x="7864" y="18247"/>
                  </a:cubicBezTo>
                  <a:cubicBezTo>
                    <a:pt x="8551" y="17873"/>
                    <a:pt x="9348" y="17767"/>
                    <a:pt x="10183" y="17767"/>
                  </a:cubicBezTo>
                  <a:cubicBezTo>
                    <a:pt x="10731" y="17767"/>
                    <a:pt x="11294" y="17812"/>
                    <a:pt x="11853" y="17858"/>
                  </a:cubicBezTo>
                  <a:cubicBezTo>
                    <a:pt x="12412" y="17901"/>
                    <a:pt x="12972" y="17944"/>
                    <a:pt x="13510" y="17944"/>
                  </a:cubicBezTo>
                  <a:cubicBezTo>
                    <a:pt x="13872" y="17944"/>
                    <a:pt x="14224" y="17924"/>
                    <a:pt x="14560" y="17872"/>
                  </a:cubicBezTo>
                  <a:cubicBezTo>
                    <a:pt x="16749" y="17512"/>
                    <a:pt x="16519" y="15424"/>
                    <a:pt x="16505" y="13537"/>
                  </a:cubicBezTo>
                  <a:cubicBezTo>
                    <a:pt x="16490" y="11982"/>
                    <a:pt x="16461" y="10355"/>
                    <a:pt x="15828" y="8929"/>
                  </a:cubicBezTo>
                  <a:cubicBezTo>
                    <a:pt x="15237" y="7647"/>
                    <a:pt x="14200" y="6625"/>
                    <a:pt x="13365" y="5487"/>
                  </a:cubicBezTo>
                  <a:cubicBezTo>
                    <a:pt x="12371" y="4133"/>
                    <a:pt x="11637" y="2535"/>
                    <a:pt x="10326" y="1484"/>
                  </a:cubicBezTo>
                  <a:cubicBezTo>
                    <a:pt x="9390" y="763"/>
                    <a:pt x="8281" y="303"/>
                    <a:pt x="7115" y="144"/>
                  </a:cubicBezTo>
                  <a:cubicBezTo>
                    <a:pt x="6524" y="43"/>
                    <a:pt x="5934" y="0"/>
                    <a:pt x="5344" y="0"/>
                  </a:cubicBezTo>
                  <a:close/>
                </a:path>
              </a:pathLst>
            </a:custGeom>
            <a:solidFill>
              <a:srgbClr val="ED30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 flipH="1">
              <a:off x="1627783" y="1680742"/>
              <a:ext cx="436389" cy="443044"/>
            </a:xfrm>
            <a:custGeom>
              <a:avLst/>
              <a:gdLst/>
              <a:ahLst/>
              <a:cxnLst/>
              <a:rect l="l" t="t" r="r" b="b"/>
              <a:pathLst>
                <a:path w="11738" h="11917" extrusionOk="0">
                  <a:moveTo>
                    <a:pt x="6866" y="1"/>
                  </a:moveTo>
                  <a:cubicBezTo>
                    <a:pt x="6555" y="1"/>
                    <a:pt x="6192" y="58"/>
                    <a:pt x="5761" y="194"/>
                  </a:cubicBezTo>
                  <a:cubicBezTo>
                    <a:pt x="4864" y="479"/>
                    <a:pt x="4205" y="578"/>
                    <a:pt x="3722" y="578"/>
                  </a:cubicBezTo>
                  <a:cubicBezTo>
                    <a:pt x="2622" y="578"/>
                    <a:pt x="2434" y="64"/>
                    <a:pt x="2434" y="64"/>
                  </a:cubicBezTo>
                  <a:lnTo>
                    <a:pt x="2434" y="64"/>
                  </a:lnTo>
                  <a:cubicBezTo>
                    <a:pt x="2319" y="1663"/>
                    <a:pt x="2880" y="3290"/>
                    <a:pt x="1714" y="4644"/>
                  </a:cubicBezTo>
                  <a:cubicBezTo>
                    <a:pt x="1152" y="5234"/>
                    <a:pt x="706" y="5896"/>
                    <a:pt x="389" y="6631"/>
                  </a:cubicBezTo>
                  <a:cubicBezTo>
                    <a:pt x="0" y="7466"/>
                    <a:pt x="216" y="8503"/>
                    <a:pt x="821" y="9180"/>
                  </a:cubicBezTo>
                  <a:cubicBezTo>
                    <a:pt x="1426" y="9871"/>
                    <a:pt x="1656" y="10318"/>
                    <a:pt x="2563" y="10318"/>
                  </a:cubicBezTo>
                  <a:cubicBezTo>
                    <a:pt x="3365" y="10306"/>
                    <a:pt x="4273" y="9711"/>
                    <a:pt x="5058" y="9711"/>
                  </a:cubicBezTo>
                  <a:cubicBezTo>
                    <a:pt x="5274" y="9711"/>
                    <a:pt x="5481" y="9756"/>
                    <a:pt x="5674" y="9871"/>
                  </a:cubicBezTo>
                  <a:cubicBezTo>
                    <a:pt x="6351" y="10274"/>
                    <a:pt x="6855" y="11052"/>
                    <a:pt x="7503" y="11542"/>
                  </a:cubicBezTo>
                  <a:cubicBezTo>
                    <a:pt x="7848" y="11797"/>
                    <a:pt x="8218" y="11917"/>
                    <a:pt x="8585" y="11917"/>
                  </a:cubicBezTo>
                  <a:cubicBezTo>
                    <a:pt x="9045" y="11917"/>
                    <a:pt x="9501" y="11728"/>
                    <a:pt x="9894" y="11383"/>
                  </a:cubicBezTo>
                  <a:cubicBezTo>
                    <a:pt x="10182" y="11124"/>
                    <a:pt x="10412" y="10807"/>
                    <a:pt x="10585" y="10447"/>
                  </a:cubicBezTo>
                  <a:cubicBezTo>
                    <a:pt x="10844" y="10001"/>
                    <a:pt x="11204" y="9641"/>
                    <a:pt x="11420" y="9166"/>
                  </a:cubicBezTo>
                  <a:cubicBezTo>
                    <a:pt x="11679" y="8647"/>
                    <a:pt x="11737" y="8057"/>
                    <a:pt x="11579" y="7509"/>
                  </a:cubicBezTo>
                  <a:cubicBezTo>
                    <a:pt x="11363" y="6876"/>
                    <a:pt x="10815" y="6444"/>
                    <a:pt x="10355" y="5968"/>
                  </a:cubicBezTo>
                  <a:cubicBezTo>
                    <a:pt x="9678" y="5292"/>
                    <a:pt x="9476" y="4456"/>
                    <a:pt x="9404" y="3535"/>
                  </a:cubicBezTo>
                  <a:cubicBezTo>
                    <a:pt x="9361" y="2901"/>
                    <a:pt x="9462" y="1735"/>
                    <a:pt x="8958" y="1259"/>
                  </a:cubicBezTo>
                  <a:cubicBezTo>
                    <a:pt x="8448" y="772"/>
                    <a:pt x="8010" y="1"/>
                    <a:pt x="6866" y="1"/>
                  </a:cubicBezTo>
                  <a:close/>
                </a:path>
              </a:pathLst>
            </a:custGeom>
            <a:solidFill>
              <a:srgbClr val="CD2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 flipH="1">
              <a:off x="1882895" y="2098506"/>
              <a:ext cx="929252" cy="619637"/>
            </a:xfrm>
            <a:custGeom>
              <a:avLst/>
              <a:gdLst/>
              <a:ahLst/>
              <a:cxnLst/>
              <a:rect l="l" t="t" r="r" b="b"/>
              <a:pathLst>
                <a:path w="24995" h="16667" extrusionOk="0">
                  <a:moveTo>
                    <a:pt x="21890" y="0"/>
                  </a:moveTo>
                  <a:cubicBezTo>
                    <a:pt x="21377" y="0"/>
                    <a:pt x="20882" y="160"/>
                    <a:pt x="20565" y="492"/>
                  </a:cubicBezTo>
                  <a:cubicBezTo>
                    <a:pt x="17340" y="3862"/>
                    <a:pt x="12371" y="10213"/>
                    <a:pt x="12371" y="10213"/>
                  </a:cubicBezTo>
                  <a:lnTo>
                    <a:pt x="87" y="4481"/>
                  </a:lnTo>
                  <a:lnTo>
                    <a:pt x="0" y="8168"/>
                  </a:lnTo>
                  <a:cubicBezTo>
                    <a:pt x="0" y="8168"/>
                    <a:pt x="8641" y="15945"/>
                    <a:pt x="12717" y="16636"/>
                  </a:cubicBezTo>
                  <a:cubicBezTo>
                    <a:pt x="12841" y="16657"/>
                    <a:pt x="12969" y="16667"/>
                    <a:pt x="13099" y="16667"/>
                  </a:cubicBezTo>
                  <a:cubicBezTo>
                    <a:pt x="17417" y="16667"/>
                    <a:pt x="24995" y="5616"/>
                    <a:pt x="23835" y="1226"/>
                  </a:cubicBezTo>
                  <a:cubicBezTo>
                    <a:pt x="23620" y="430"/>
                    <a:pt x="22732" y="0"/>
                    <a:pt x="21890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 flipH="1">
              <a:off x="1860700" y="2064786"/>
              <a:ext cx="431036" cy="529073"/>
            </a:xfrm>
            <a:custGeom>
              <a:avLst/>
              <a:gdLst/>
              <a:ahLst/>
              <a:cxnLst/>
              <a:rect l="l" t="t" r="r" b="b"/>
              <a:pathLst>
                <a:path w="11594" h="14231" extrusionOk="0">
                  <a:moveTo>
                    <a:pt x="8553" y="0"/>
                  </a:moveTo>
                  <a:cubicBezTo>
                    <a:pt x="8292" y="0"/>
                    <a:pt x="6901" y="151"/>
                    <a:pt x="4422" y="3070"/>
                  </a:cubicBezTo>
                  <a:cubicBezTo>
                    <a:pt x="1657" y="6310"/>
                    <a:pt x="0" y="8456"/>
                    <a:pt x="0" y="8456"/>
                  </a:cubicBezTo>
                  <a:lnTo>
                    <a:pt x="5934" y="14231"/>
                  </a:lnTo>
                  <a:cubicBezTo>
                    <a:pt x="5934" y="14231"/>
                    <a:pt x="11377" y="7448"/>
                    <a:pt x="11478" y="4726"/>
                  </a:cubicBezTo>
                  <a:cubicBezTo>
                    <a:pt x="11593" y="1860"/>
                    <a:pt x="10528" y="2"/>
                    <a:pt x="8814" y="2"/>
                  </a:cubicBezTo>
                  <a:lnTo>
                    <a:pt x="8598" y="2"/>
                  </a:lnTo>
                  <a:cubicBezTo>
                    <a:pt x="8598" y="2"/>
                    <a:pt x="8583" y="0"/>
                    <a:pt x="8553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5"/>
            <p:cNvSpPr/>
            <p:nvPr/>
          </p:nvSpPr>
          <p:spPr>
            <a:xfrm flipH="1">
              <a:off x="1523388" y="4761679"/>
              <a:ext cx="529556" cy="205629"/>
            </a:xfrm>
            <a:custGeom>
              <a:avLst/>
              <a:gdLst/>
              <a:ahLst/>
              <a:cxnLst/>
              <a:rect l="l" t="t" r="r" b="b"/>
              <a:pathLst>
                <a:path w="14244" h="5531" extrusionOk="0">
                  <a:moveTo>
                    <a:pt x="8411" y="0"/>
                  </a:moveTo>
                  <a:cubicBezTo>
                    <a:pt x="8411" y="0"/>
                    <a:pt x="8569" y="1397"/>
                    <a:pt x="5862" y="2564"/>
                  </a:cubicBezTo>
                  <a:cubicBezTo>
                    <a:pt x="4940" y="2938"/>
                    <a:pt x="3990" y="3226"/>
                    <a:pt x="3010" y="3413"/>
                  </a:cubicBezTo>
                  <a:cubicBezTo>
                    <a:pt x="720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00" y="3039"/>
                  </a:lnTo>
                  <a:lnTo>
                    <a:pt x="14157" y="418"/>
                  </a:lnTo>
                  <a:lnTo>
                    <a:pt x="8411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 flipH="1">
              <a:off x="1523388" y="4856444"/>
              <a:ext cx="529556" cy="110863"/>
            </a:xfrm>
            <a:custGeom>
              <a:avLst/>
              <a:gdLst/>
              <a:ahLst/>
              <a:cxnLst/>
              <a:rect l="l" t="t" r="r" b="b"/>
              <a:pathLst>
                <a:path w="14244" h="2982" extrusionOk="0">
                  <a:moveTo>
                    <a:pt x="5862" y="0"/>
                  </a:moveTo>
                  <a:cubicBezTo>
                    <a:pt x="4940" y="389"/>
                    <a:pt x="3990" y="677"/>
                    <a:pt x="3010" y="864"/>
                  </a:cubicBezTo>
                  <a:cubicBezTo>
                    <a:pt x="720" y="1340"/>
                    <a:pt x="0" y="2981"/>
                    <a:pt x="0" y="2981"/>
                  </a:cubicBezTo>
                  <a:lnTo>
                    <a:pt x="14243" y="2981"/>
                  </a:lnTo>
                  <a:lnTo>
                    <a:pt x="14200" y="490"/>
                  </a:lnTo>
                  <a:cubicBezTo>
                    <a:pt x="12918" y="850"/>
                    <a:pt x="10960" y="1685"/>
                    <a:pt x="7590" y="1959"/>
                  </a:cubicBezTo>
                  <a:cubicBezTo>
                    <a:pt x="7201" y="1268"/>
                    <a:pt x="6510" y="576"/>
                    <a:pt x="58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 flipH="1">
              <a:off x="1457547" y="2912396"/>
              <a:ext cx="409622" cy="1923192"/>
            </a:xfrm>
            <a:custGeom>
              <a:avLst/>
              <a:gdLst/>
              <a:ahLst/>
              <a:cxnLst/>
              <a:rect l="l" t="t" r="r" b="b"/>
              <a:pathLst>
                <a:path w="11018" h="51730" extrusionOk="0">
                  <a:moveTo>
                    <a:pt x="4292" y="0"/>
                  </a:moveTo>
                  <a:cubicBezTo>
                    <a:pt x="2463" y="0"/>
                    <a:pt x="793" y="764"/>
                    <a:pt x="289" y="2578"/>
                  </a:cubicBezTo>
                  <a:cubicBezTo>
                    <a:pt x="101" y="3284"/>
                    <a:pt x="15" y="4983"/>
                    <a:pt x="1" y="7345"/>
                  </a:cubicBezTo>
                  <a:lnTo>
                    <a:pt x="1" y="7575"/>
                  </a:lnTo>
                  <a:cubicBezTo>
                    <a:pt x="1" y="7878"/>
                    <a:pt x="1" y="8195"/>
                    <a:pt x="15" y="8511"/>
                  </a:cubicBezTo>
                  <a:cubicBezTo>
                    <a:pt x="116" y="21516"/>
                    <a:pt x="2175" y="50102"/>
                    <a:pt x="2175" y="50102"/>
                  </a:cubicBezTo>
                  <a:lnTo>
                    <a:pt x="9794" y="51730"/>
                  </a:lnTo>
                  <a:cubicBezTo>
                    <a:pt x="9794" y="51730"/>
                    <a:pt x="10614" y="16029"/>
                    <a:pt x="10845" y="8511"/>
                  </a:cubicBezTo>
                  <a:cubicBezTo>
                    <a:pt x="10859" y="8123"/>
                    <a:pt x="10859" y="7806"/>
                    <a:pt x="10874" y="7575"/>
                  </a:cubicBezTo>
                  <a:cubicBezTo>
                    <a:pt x="10874" y="7489"/>
                    <a:pt x="10874" y="7403"/>
                    <a:pt x="10888" y="7345"/>
                  </a:cubicBezTo>
                  <a:cubicBezTo>
                    <a:pt x="10888" y="7331"/>
                    <a:pt x="10888" y="7316"/>
                    <a:pt x="10888" y="7302"/>
                  </a:cubicBezTo>
                  <a:cubicBezTo>
                    <a:pt x="11018" y="4349"/>
                    <a:pt x="10226" y="3313"/>
                    <a:pt x="9275" y="2132"/>
                  </a:cubicBezTo>
                  <a:cubicBezTo>
                    <a:pt x="8209" y="821"/>
                    <a:pt x="6179" y="0"/>
                    <a:pt x="429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 flipH="1">
              <a:off x="1457547" y="2912359"/>
              <a:ext cx="409622" cy="281694"/>
            </a:xfrm>
            <a:custGeom>
              <a:avLst/>
              <a:gdLst/>
              <a:ahLst/>
              <a:cxnLst/>
              <a:rect l="l" t="t" r="r" b="b"/>
              <a:pathLst>
                <a:path w="11018" h="7577" extrusionOk="0">
                  <a:moveTo>
                    <a:pt x="4291" y="0"/>
                  </a:moveTo>
                  <a:cubicBezTo>
                    <a:pt x="2473" y="0"/>
                    <a:pt x="798" y="762"/>
                    <a:pt x="289" y="2579"/>
                  </a:cubicBezTo>
                  <a:cubicBezTo>
                    <a:pt x="101" y="3285"/>
                    <a:pt x="15" y="4984"/>
                    <a:pt x="1" y="7332"/>
                  </a:cubicBezTo>
                  <a:lnTo>
                    <a:pt x="1" y="7576"/>
                  </a:lnTo>
                  <a:lnTo>
                    <a:pt x="10874" y="7576"/>
                  </a:lnTo>
                  <a:cubicBezTo>
                    <a:pt x="10874" y="7476"/>
                    <a:pt x="10874" y="7404"/>
                    <a:pt x="10888" y="7332"/>
                  </a:cubicBezTo>
                  <a:cubicBezTo>
                    <a:pt x="10888" y="7332"/>
                    <a:pt x="10888" y="7317"/>
                    <a:pt x="10888" y="7303"/>
                  </a:cubicBezTo>
                  <a:cubicBezTo>
                    <a:pt x="11018" y="4350"/>
                    <a:pt x="10226" y="3314"/>
                    <a:pt x="9275" y="2133"/>
                  </a:cubicBezTo>
                  <a:cubicBezTo>
                    <a:pt x="8219" y="820"/>
                    <a:pt x="6178" y="0"/>
                    <a:pt x="429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 flipH="1">
              <a:off x="1982791" y="4761679"/>
              <a:ext cx="537549" cy="205629"/>
            </a:xfrm>
            <a:custGeom>
              <a:avLst/>
              <a:gdLst/>
              <a:ahLst/>
              <a:cxnLst/>
              <a:rect l="l" t="t" r="r" b="b"/>
              <a:pathLst>
                <a:path w="14459" h="5531" extrusionOk="0">
                  <a:moveTo>
                    <a:pt x="8727" y="0"/>
                  </a:moveTo>
                  <a:cubicBezTo>
                    <a:pt x="8727" y="0"/>
                    <a:pt x="8799" y="1397"/>
                    <a:pt x="6034" y="2564"/>
                  </a:cubicBezTo>
                  <a:cubicBezTo>
                    <a:pt x="5098" y="2938"/>
                    <a:pt x="4133" y="3226"/>
                    <a:pt x="3140" y="3413"/>
                  </a:cubicBezTo>
                  <a:cubicBezTo>
                    <a:pt x="821" y="3889"/>
                    <a:pt x="0" y="5530"/>
                    <a:pt x="0" y="5530"/>
                  </a:cubicBezTo>
                  <a:lnTo>
                    <a:pt x="14257" y="5530"/>
                  </a:lnTo>
                  <a:lnTo>
                    <a:pt x="14344" y="3039"/>
                  </a:lnTo>
                  <a:lnTo>
                    <a:pt x="14459" y="418"/>
                  </a:lnTo>
                  <a:lnTo>
                    <a:pt x="8727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 flipH="1">
              <a:off x="1987066" y="4856444"/>
              <a:ext cx="533274" cy="110863"/>
            </a:xfrm>
            <a:custGeom>
              <a:avLst/>
              <a:gdLst/>
              <a:ahLst/>
              <a:cxnLst/>
              <a:rect l="l" t="t" r="r" b="b"/>
              <a:pathLst>
                <a:path w="14344" h="2982" extrusionOk="0">
                  <a:moveTo>
                    <a:pt x="6034" y="0"/>
                  </a:moveTo>
                  <a:cubicBezTo>
                    <a:pt x="5098" y="389"/>
                    <a:pt x="4133" y="677"/>
                    <a:pt x="3140" y="864"/>
                  </a:cubicBezTo>
                  <a:cubicBezTo>
                    <a:pt x="821" y="1340"/>
                    <a:pt x="0" y="2981"/>
                    <a:pt x="0" y="2981"/>
                  </a:cubicBezTo>
                  <a:lnTo>
                    <a:pt x="14257" y="2981"/>
                  </a:lnTo>
                  <a:lnTo>
                    <a:pt x="14344" y="490"/>
                  </a:lnTo>
                  <a:lnTo>
                    <a:pt x="14344" y="490"/>
                  </a:lnTo>
                  <a:cubicBezTo>
                    <a:pt x="13048" y="850"/>
                    <a:pt x="11046" y="1685"/>
                    <a:pt x="7647" y="1959"/>
                  </a:cubicBezTo>
                  <a:cubicBezTo>
                    <a:pt x="7302" y="1268"/>
                    <a:pt x="6654" y="576"/>
                    <a:pt x="60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 flipH="1">
              <a:off x="1776121" y="2999651"/>
              <a:ext cx="486170" cy="1834338"/>
            </a:xfrm>
            <a:custGeom>
              <a:avLst/>
              <a:gdLst/>
              <a:ahLst/>
              <a:cxnLst/>
              <a:rect l="l" t="t" r="r" b="b"/>
              <a:pathLst>
                <a:path w="13077" h="49340" extrusionOk="0">
                  <a:moveTo>
                    <a:pt x="13077" y="1"/>
                  </a:moveTo>
                  <a:lnTo>
                    <a:pt x="3514" y="289"/>
                  </a:lnTo>
                  <a:cubicBezTo>
                    <a:pt x="3514" y="289"/>
                    <a:pt x="3154" y="2362"/>
                    <a:pt x="2665" y="5315"/>
                  </a:cubicBezTo>
                  <a:cubicBezTo>
                    <a:pt x="2550" y="5992"/>
                    <a:pt x="2420" y="6726"/>
                    <a:pt x="2305" y="7489"/>
                  </a:cubicBezTo>
                  <a:cubicBezTo>
                    <a:pt x="1369" y="13264"/>
                    <a:pt x="217" y="20897"/>
                    <a:pt x="145" y="24036"/>
                  </a:cubicBezTo>
                  <a:cubicBezTo>
                    <a:pt x="1" y="29379"/>
                    <a:pt x="562" y="47510"/>
                    <a:pt x="562" y="47510"/>
                  </a:cubicBezTo>
                  <a:lnTo>
                    <a:pt x="9001" y="49339"/>
                  </a:lnTo>
                  <a:cubicBezTo>
                    <a:pt x="9001" y="49339"/>
                    <a:pt x="9837" y="29797"/>
                    <a:pt x="9837" y="25304"/>
                  </a:cubicBezTo>
                  <a:cubicBezTo>
                    <a:pt x="10182" y="22510"/>
                    <a:pt x="11277" y="13898"/>
                    <a:pt x="12098" y="7504"/>
                  </a:cubicBezTo>
                  <a:cubicBezTo>
                    <a:pt x="12198" y="6740"/>
                    <a:pt x="12299" y="6006"/>
                    <a:pt x="12386" y="5315"/>
                  </a:cubicBezTo>
                  <a:cubicBezTo>
                    <a:pt x="12789" y="2204"/>
                    <a:pt x="13077" y="1"/>
                    <a:pt x="13077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 flipH="1">
              <a:off x="1776121" y="2999651"/>
              <a:ext cx="386572" cy="194401"/>
            </a:xfrm>
            <a:custGeom>
              <a:avLst/>
              <a:gdLst/>
              <a:ahLst/>
              <a:cxnLst/>
              <a:rect l="l" t="t" r="r" b="b"/>
              <a:pathLst>
                <a:path w="10398" h="5229" extrusionOk="0">
                  <a:moveTo>
                    <a:pt x="10398" y="1"/>
                  </a:moveTo>
                  <a:lnTo>
                    <a:pt x="835" y="289"/>
                  </a:lnTo>
                  <a:cubicBezTo>
                    <a:pt x="835" y="289"/>
                    <a:pt x="475" y="2319"/>
                    <a:pt x="0" y="5228"/>
                  </a:cubicBezTo>
                  <a:lnTo>
                    <a:pt x="9721" y="5228"/>
                  </a:lnTo>
                  <a:cubicBezTo>
                    <a:pt x="10110" y="2161"/>
                    <a:pt x="10398" y="1"/>
                    <a:pt x="10398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 flipH="1">
              <a:off x="1457547" y="2050324"/>
              <a:ext cx="763514" cy="1050041"/>
            </a:xfrm>
            <a:custGeom>
              <a:avLst/>
              <a:gdLst/>
              <a:ahLst/>
              <a:cxnLst/>
              <a:rect l="l" t="t" r="r" b="b"/>
              <a:pathLst>
                <a:path w="20537" h="28244" extrusionOk="0">
                  <a:moveTo>
                    <a:pt x="12355" y="0"/>
                  </a:moveTo>
                  <a:cubicBezTo>
                    <a:pt x="12269" y="0"/>
                    <a:pt x="12183" y="1"/>
                    <a:pt x="12097" y="2"/>
                  </a:cubicBezTo>
                  <a:cubicBezTo>
                    <a:pt x="9865" y="2"/>
                    <a:pt x="7561" y="247"/>
                    <a:pt x="7561" y="247"/>
                  </a:cubicBezTo>
                  <a:cubicBezTo>
                    <a:pt x="7273" y="276"/>
                    <a:pt x="6985" y="319"/>
                    <a:pt x="6697" y="391"/>
                  </a:cubicBezTo>
                  <a:cubicBezTo>
                    <a:pt x="6495" y="449"/>
                    <a:pt x="6308" y="521"/>
                    <a:pt x="6107" y="593"/>
                  </a:cubicBezTo>
                  <a:cubicBezTo>
                    <a:pt x="5588" y="780"/>
                    <a:pt x="5142" y="1140"/>
                    <a:pt x="4839" y="1601"/>
                  </a:cubicBezTo>
                  <a:cubicBezTo>
                    <a:pt x="4551" y="2119"/>
                    <a:pt x="4364" y="4265"/>
                    <a:pt x="4249" y="6684"/>
                  </a:cubicBezTo>
                  <a:cubicBezTo>
                    <a:pt x="4076" y="9997"/>
                    <a:pt x="4033" y="13799"/>
                    <a:pt x="4033" y="14620"/>
                  </a:cubicBezTo>
                  <a:cubicBezTo>
                    <a:pt x="3428" y="17413"/>
                    <a:pt x="1009" y="23087"/>
                    <a:pt x="0" y="28243"/>
                  </a:cubicBezTo>
                  <a:lnTo>
                    <a:pt x="20537" y="28243"/>
                  </a:lnTo>
                  <a:cubicBezTo>
                    <a:pt x="20321" y="26731"/>
                    <a:pt x="19428" y="20610"/>
                    <a:pt x="18650" y="17413"/>
                  </a:cubicBezTo>
                  <a:cubicBezTo>
                    <a:pt x="18535" y="16909"/>
                    <a:pt x="18391" y="16405"/>
                    <a:pt x="18204" y="15916"/>
                  </a:cubicBezTo>
                  <a:cubicBezTo>
                    <a:pt x="18938" y="11077"/>
                    <a:pt x="19399" y="7059"/>
                    <a:pt x="19457" y="4553"/>
                  </a:cubicBezTo>
                  <a:cubicBezTo>
                    <a:pt x="19500" y="3127"/>
                    <a:pt x="19399" y="2191"/>
                    <a:pt x="19154" y="1874"/>
                  </a:cubicBezTo>
                  <a:cubicBezTo>
                    <a:pt x="18722" y="1313"/>
                    <a:pt x="18016" y="938"/>
                    <a:pt x="16922" y="636"/>
                  </a:cubicBezTo>
                  <a:cubicBezTo>
                    <a:pt x="16692" y="564"/>
                    <a:pt x="16461" y="506"/>
                    <a:pt x="16216" y="449"/>
                  </a:cubicBezTo>
                  <a:cubicBezTo>
                    <a:pt x="16015" y="405"/>
                    <a:pt x="15799" y="362"/>
                    <a:pt x="15568" y="319"/>
                  </a:cubicBezTo>
                  <a:cubicBezTo>
                    <a:pt x="15280" y="276"/>
                    <a:pt x="14963" y="218"/>
                    <a:pt x="14618" y="161"/>
                  </a:cubicBezTo>
                  <a:cubicBezTo>
                    <a:pt x="13867" y="57"/>
                    <a:pt x="13116" y="0"/>
                    <a:pt x="12355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 flipH="1">
              <a:off x="1633694" y="2050361"/>
              <a:ext cx="345379" cy="254926"/>
            </a:xfrm>
            <a:custGeom>
              <a:avLst/>
              <a:gdLst/>
              <a:ahLst/>
              <a:cxnLst/>
              <a:rect l="l" t="t" r="r" b="b"/>
              <a:pathLst>
                <a:path w="9290" h="6857" extrusionOk="0">
                  <a:moveTo>
                    <a:pt x="5571" y="0"/>
                  </a:moveTo>
                  <a:cubicBezTo>
                    <a:pt x="3350" y="0"/>
                    <a:pt x="1052" y="246"/>
                    <a:pt x="1052" y="246"/>
                  </a:cubicBezTo>
                  <a:cubicBezTo>
                    <a:pt x="764" y="275"/>
                    <a:pt x="476" y="318"/>
                    <a:pt x="188" y="390"/>
                  </a:cubicBezTo>
                  <a:cubicBezTo>
                    <a:pt x="1" y="448"/>
                    <a:pt x="1513" y="5315"/>
                    <a:pt x="2809" y="6856"/>
                  </a:cubicBezTo>
                  <a:cubicBezTo>
                    <a:pt x="5805" y="3414"/>
                    <a:pt x="9290" y="361"/>
                    <a:pt x="9059" y="318"/>
                  </a:cubicBezTo>
                  <a:cubicBezTo>
                    <a:pt x="8771" y="275"/>
                    <a:pt x="8454" y="217"/>
                    <a:pt x="8109" y="160"/>
                  </a:cubicBezTo>
                  <a:cubicBezTo>
                    <a:pt x="7386" y="42"/>
                    <a:pt x="6485" y="0"/>
                    <a:pt x="5571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 flipH="1">
              <a:off x="1658306" y="2319154"/>
              <a:ext cx="152093" cy="174139"/>
            </a:xfrm>
            <a:custGeom>
              <a:avLst/>
              <a:gdLst/>
              <a:ahLst/>
              <a:cxnLst/>
              <a:rect l="l" t="t" r="r" b="b"/>
              <a:pathLst>
                <a:path w="4091" h="4684" extrusionOk="0">
                  <a:moveTo>
                    <a:pt x="0" y="1"/>
                  </a:moveTo>
                  <a:lnTo>
                    <a:pt x="0" y="3270"/>
                  </a:lnTo>
                  <a:cubicBezTo>
                    <a:pt x="0" y="3270"/>
                    <a:pt x="87" y="4220"/>
                    <a:pt x="1368" y="4580"/>
                  </a:cubicBezTo>
                  <a:cubicBezTo>
                    <a:pt x="1620" y="4652"/>
                    <a:pt x="1870" y="4684"/>
                    <a:pt x="2108" y="4684"/>
                  </a:cubicBezTo>
                  <a:cubicBezTo>
                    <a:pt x="3069" y="4684"/>
                    <a:pt x="3857" y="4169"/>
                    <a:pt x="3961" y="3673"/>
                  </a:cubicBezTo>
                  <a:cubicBezTo>
                    <a:pt x="4090" y="2996"/>
                    <a:pt x="4004" y="145"/>
                    <a:pt x="4004" y="8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 flipH="1">
              <a:off x="1677601" y="1683084"/>
              <a:ext cx="335713" cy="560079"/>
            </a:xfrm>
            <a:custGeom>
              <a:avLst/>
              <a:gdLst/>
              <a:ahLst/>
              <a:cxnLst/>
              <a:rect l="l" t="t" r="r" b="b"/>
              <a:pathLst>
                <a:path w="9030" h="15065" extrusionOk="0">
                  <a:moveTo>
                    <a:pt x="1066" y="1"/>
                  </a:moveTo>
                  <a:cubicBezTo>
                    <a:pt x="778" y="318"/>
                    <a:pt x="591" y="865"/>
                    <a:pt x="562" y="1931"/>
                  </a:cubicBezTo>
                  <a:cubicBezTo>
                    <a:pt x="648" y="3616"/>
                    <a:pt x="792" y="3961"/>
                    <a:pt x="591" y="4408"/>
                  </a:cubicBezTo>
                  <a:cubicBezTo>
                    <a:pt x="389" y="4825"/>
                    <a:pt x="0" y="4797"/>
                    <a:pt x="29" y="4998"/>
                  </a:cubicBezTo>
                  <a:cubicBezTo>
                    <a:pt x="43" y="5200"/>
                    <a:pt x="691" y="5272"/>
                    <a:pt x="691" y="5848"/>
                  </a:cubicBezTo>
                  <a:cubicBezTo>
                    <a:pt x="706" y="6453"/>
                    <a:pt x="691" y="7360"/>
                    <a:pt x="907" y="7533"/>
                  </a:cubicBezTo>
                  <a:cubicBezTo>
                    <a:pt x="1113" y="7710"/>
                    <a:pt x="1470" y="7803"/>
                    <a:pt x="1931" y="7803"/>
                  </a:cubicBezTo>
                  <a:cubicBezTo>
                    <a:pt x="2181" y="7803"/>
                    <a:pt x="2461" y="7776"/>
                    <a:pt x="2765" y="7720"/>
                  </a:cubicBezTo>
                  <a:cubicBezTo>
                    <a:pt x="2866" y="7706"/>
                    <a:pt x="2952" y="7691"/>
                    <a:pt x="3024" y="7691"/>
                  </a:cubicBezTo>
                  <a:cubicBezTo>
                    <a:pt x="3077" y="7686"/>
                    <a:pt x="3125" y="7684"/>
                    <a:pt x="3170" y="7684"/>
                  </a:cubicBezTo>
                  <a:cubicBezTo>
                    <a:pt x="3653" y="7684"/>
                    <a:pt x="3702" y="7954"/>
                    <a:pt x="3716" y="8152"/>
                  </a:cubicBezTo>
                  <a:cubicBezTo>
                    <a:pt x="3759" y="8671"/>
                    <a:pt x="3586" y="9189"/>
                    <a:pt x="3240" y="9578"/>
                  </a:cubicBezTo>
                  <a:cubicBezTo>
                    <a:pt x="2924" y="9938"/>
                    <a:pt x="2016" y="10082"/>
                    <a:pt x="2016" y="10082"/>
                  </a:cubicBezTo>
                  <a:cubicBezTo>
                    <a:pt x="2016" y="10082"/>
                    <a:pt x="3039" y="14834"/>
                    <a:pt x="3989" y="15065"/>
                  </a:cubicBezTo>
                  <a:cubicBezTo>
                    <a:pt x="4781" y="14474"/>
                    <a:pt x="7518" y="11508"/>
                    <a:pt x="9030" y="10039"/>
                  </a:cubicBezTo>
                  <a:cubicBezTo>
                    <a:pt x="8065" y="9722"/>
                    <a:pt x="7100" y="9203"/>
                    <a:pt x="6783" y="8267"/>
                  </a:cubicBezTo>
                  <a:cubicBezTo>
                    <a:pt x="6466" y="7331"/>
                    <a:pt x="6740" y="4998"/>
                    <a:pt x="6740" y="4998"/>
                  </a:cubicBezTo>
                  <a:lnTo>
                    <a:pt x="6740" y="4998"/>
                  </a:lnTo>
                  <a:cubicBezTo>
                    <a:pt x="6740" y="4998"/>
                    <a:pt x="6817" y="5037"/>
                    <a:pt x="6955" y="5037"/>
                  </a:cubicBezTo>
                  <a:cubicBezTo>
                    <a:pt x="7070" y="5037"/>
                    <a:pt x="7227" y="5010"/>
                    <a:pt x="7417" y="4912"/>
                  </a:cubicBezTo>
                  <a:cubicBezTo>
                    <a:pt x="7849" y="4681"/>
                    <a:pt x="8223" y="2651"/>
                    <a:pt x="7518" y="2478"/>
                  </a:cubicBezTo>
                  <a:cubicBezTo>
                    <a:pt x="7436" y="2459"/>
                    <a:pt x="7359" y="2449"/>
                    <a:pt x="7284" y="2449"/>
                  </a:cubicBezTo>
                  <a:cubicBezTo>
                    <a:pt x="6752" y="2449"/>
                    <a:pt x="6395" y="2935"/>
                    <a:pt x="6193" y="3731"/>
                  </a:cubicBezTo>
                  <a:cubicBezTo>
                    <a:pt x="5530" y="3155"/>
                    <a:pt x="5401" y="2478"/>
                    <a:pt x="4652" y="2363"/>
                  </a:cubicBezTo>
                  <a:cubicBezTo>
                    <a:pt x="3903" y="2248"/>
                    <a:pt x="2204" y="2046"/>
                    <a:pt x="1512" y="1095"/>
                  </a:cubicBezTo>
                  <a:cubicBezTo>
                    <a:pt x="1282" y="764"/>
                    <a:pt x="1138" y="390"/>
                    <a:pt x="1066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 flipH="1">
              <a:off x="1677601" y="1846405"/>
              <a:ext cx="260763" cy="396758"/>
            </a:xfrm>
            <a:custGeom>
              <a:avLst/>
              <a:gdLst/>
              <a:ahLst/>
              <a:cxnLst/>
              <a:rect l="l" t="t" r="r" b="b"/>
              <a:pathLst>
                <a:path w="7014" h="10672" extrusionOk="0">
                  <a:moveTo>
                    <a:pt x="4292" y="0"/>
                  </a:moveTo>
                  <a:cubicBezTo>
                    <a:pt x="4234" y="303"/>
                    <a:pt x="4177" y="490"/>
                    <a:pt x="4148" y="634"/>
                  </a:cubicBezTo>
                  <a:cubicBezTo>
                    <a:pt x="3500" y="2665"/>
                    <a:pt x="1685" y="3169"/>
                    <a:pt x="1008" y="3298"/>
                  </a:cubicBezTo>
                  <a:cubicBezTo>
                    <a:pt x="1061" y="3293"/>
                    <a:pt x="1109" y="3291"/>
                    <a:pt x="1154" y="3291"/>
                  </a:cubicBezTo>
                  <a:cubicBezTo>
                    <a:pt x="1637" y="3291"/>
                    <a:pt x="1686" y="3561"/>
                    <a:pt x="1700" y="3759"/>
                  </a:cubicBezTo>
                  <a:cubicBezTo>
                    <a:pt x="1743" y="4278"/>
                    <a:pt x="1570" y="4796"/>
                    <a:pt x="1224" y="5185"/>
                  </a:cubicBezTo>
                  <a:cubicBezTo>
                    <a:pt x="908" y="5545"/>
                    <a:pt x="0" y="5689"/>
                    <a:pt x="0" y="5689"/>
                  </a:cubicBezTo>
                  <a:cubicBezTo>
                    <a:pt x="0" y="5689"/>
                    <a:pt x="1023" y="10441"/>
                    <a:pt x="1973" y="10672"/>
                  </a:cubicBezTo>
                  <a:cubicBezTo>
                    <a:pt x="2765" y="10081"/>
                    <a:pt x="5502" y="7115"/>
                    <a:pt x="7014" y="5646"/>
                  </a:cubicBezTo>
                  <a:cubicBezTo>
                    <a:pt x="6049" y="5329"/>
                    <a:pt x="5084" y="4810"/>
                    <a:pt x="4767" y="3874"/>
                  </a:cubicBezTo>
                  <a:cubicBezTo>
                    <a:pt x="4450" y="2938"/>
                    <a:pt x="4724" y="605"/>
                    <a:pt x="4724" y="605"/>
                  </a:cubicBezTo>
                  <a:cubicBezTo>
                    <a:pt x="4724" y="605"/>
                    <a:pt x="4378" y="519"/>
                    <a:pt x="429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 flipH="1">
              <a:off x="1734334" y="1790490"/>
              <a:ext cx="36471" cy="59707"/>
            </a:xfrm>
            <a:custGeom>
              <a:avLst/>
              <a:gdLst/>
              <a:ahLst/>
              <a:cxnLst/>
              <a:rect l="l" t="t" r="r" b="b"/>
              <a:pathLst>
                <a:path w="981" h="1606" extrusionOk="0">
                  <a:moveTo>
                    <a:pt x="786" y="1"/>
                  </a:moveTo>
                  <a:cubicBezTo>
                    <a:pt x="709" y="1"/>
                    <a:pt x="610" y="29"/>
                    <a:pt x="491" y="122"/>
                  </a:cubicBezTo>
                  <a:cubicBezTo>
                    <a:pt x="59" y="424"/>
                    <a:pt x="1" y="1605"/>
                    <a:pt x="447" y="1605"/>
                  </a:cubicBezTo>
                  <a:cubicBezTo>
                    <a:pt x="879" y="1605"/>
                    <a:pt x="908" y="871"/>
                    <a:pt x="606" y="799"/>
                  </a:cubicBezTo>
                  <a:cubicBezTo>
                    <a:pt x="548" y="784"/>
                    <a:pt x="476" y="770"/>
                    <a:pt x="404" y="755"/>
                  </a:cubicBezTo>
                  <a:cubicBezTo>
                    <a:pt x="404" y="755"/>
                    <a:pt x="476" y="79"/>
                    <a:pt x="980" y="79"/>
                  </a:cubicBezTo>
                  <a:cubicBezTo>
                    <a:pt x="980" y="79"/>
                    <a:pt x="913" y="1"/>
                    <a:pt x="786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 flipH="1">
              <a:off x="2416466" y="1943290"/>
              <a:ext cx="492044" cy="734627"/>
            </a:xfrm>
            <a:custGeom>
              <a:avLst/>
              <a:gdLst/>
              <a:ahLst/>
              <a:cxnLst/>
              <a:rect l="l" t="t" r="r" b="b"/>
              <a:pathLst>
                <a:path w="13235" h="19760" extrusionOk="0">
                  <a:moveTo>
                    <a:pt x="0" y="1"/>
                  </a:moveTo>
                  <a:lnTo>
                    <a:pt x="576" y="1988"/>
                  </a:lnTo>
                  <a:cubicBezTo>
                    <a:pt x="2088" y="7101"/>
                    <a:pt x="2751" y="12444"/>
                    <a:pt x="2535" y="17772"/>
                  </a:cubicBezTo>
                  <a:lnTo>
                    <a:pt x="13235" y="19760"/>
                  </a:lnTo>
                  <a:lnTo>
                    <a:pt x="12904" y="3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 flipH="1">
              <a:off x="2465689" y="2009168"/>
              <a:ext cx="368950" cy="574504"/>
            </a:xfrm>
            <a:custGeom>
              <a:avLst/>
              <a:gdLst/>
              <a:ahLst/>
              <a:cxnLst/>
              <a:rect l="l" t="t" r="r" b="b"/>
              <a:pathLst>
                <a:path w="9924" h="15453" extrusionOk="0">
                  <a:moveTo>
                    <a:pt x="1" y="0"/>
                  </a:moveTo>
                  <a:lnTo>
                    <a:pt x="1" y="0"/>
                  </a:lnTo>
                  <a:cubicBezTo>
                    <a:pt x="2089" y="4076"/>
                    <a:pt x="2204" y="14560"/>
                    <a:pt x="2204" y="14560"/>
                  </a:cubicBezTo>
                  <a:lnTo>
                    <a:pt x="9923" y="15453"/>
                  </a:lnTo>
                  <a:lnTo>
                    <a:pt x="9592" y="3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 flipH="1">
              <a:off x="2758574" y="2220113"/>
              <a:ext cx="124768" cy="152614"/>
            </a:xfrm>
            <a:custGeom>
              <a:avLst/>
              <a:gdLst/>
              <a:ahLst/>
              <a:cxnLst/>
              <a:rect l="l" t="t" r="r" b="b"/>
              <a:pathLst>
                <a:path w="3356" h="4105" extrusionOk="0">
                  <a:moveTo>
                    <a:pt x="302" y="0"/>
                  </a:moveTo>
                  <a:cubicBezTo>
                    <a:pt x="259" y="0"/>
                    <a:pt x="245" y="0"/>
                    <a:pt x="245" y="15"/>
                  </a:cubicBezTo>
                  <a:cubicBezTo>
                    <a:pt x="0" y="346"/>
                    <a:pt x="418" y="1210"/>
                    <a:pt x="418" y="1210"/>
                  </a:cubicBezTo>
                  <a:cubicBezTo>
                    <a:pt x="418" y="1210"/>
                    <a:pt x="259" y="1700"/>
                    <a:pt x="202" y="1930"/>
                  </a:cubicBezTo>
                  <a:cubicBezTo>
                    <a:pt x="158" y="2161"/>
                    <a:pt x="547" y="2362"/>
                    <a:pt x="547" y="2362"/>
                  </a:cubicBezTo>
                  <a:cubicBezTo>
                    <a:pt x="533" y="2578"/>
                    <a:pt x="533" y="2794"/>
                    <a:pt x="576" y="3010"/>
                  </a:cubicBezTo>
                  <a:cubicBezTo>
                    <a:pt x="619" y="3126"/>
                    <a:pt x="1008" y="3212"/>
                    <a:pt x="1008" y="3212"/>
                  </a:cubicBezTo>
                  <a:lnTo>
                    <a:pt x="1023" y="3514"/>
                  </a:lnTo>
                  <a:lnTo>
                    <a:pt x="1066" y="3975"/>
                  </a:lnTo>
                  <a:cubicBezTo>
                    <a:pt x="1282" y="4047"/>
                    <a:pt x="1527" y="4090"/>
                    <a:pt x="1757" y="4105"/>
                  </a:cubicBezTo>
                  <a:cubicBezTo>
                    <a:pt x="2016" y="4090"/>
                    <a:pt x="3125" y="3975"/>
                    <a:pt x="3269" y="3817"/>
                  </a:cubicBezTo>
                  <a:cubicBezTo>
                    <a:pt x="3341" y="3702"/>
                    <a:pt x="3356" y="3572"/>
                    <a:pt x="3312" y="3457"/>
                  </a:cubicBezTo>
                  <a:cubicBezTo>
                    <a:pt x="3284" y="3327"/>
                    <a:pt x="3226" y="3212"/>
                    <a:pt x="3140" y="3111"/>
                  </a:cubicBezTo>
                  <a:cubicBezTo>
                    <a:pt x="3124" y="3102"/>
                    <a:pt x="3096" y="3099"/>
                    <a:pt x="3060" y="3099"/>
                  </a:cubicBezTo>
                  <a:cubicBezTo>
                    <a:pt x="2859" y="3099"/>
                    <a:pt x="2396" y="3214"/>
                    <a:pt x="2347" y="3226"/>
                  </a:cubicBezTo>
                  <a:lnTo>
                    <a:pt x="2333" y="3226"/>
                  </a:lnTo>
                  <a:cubicBezTo>
                    <a:pt x="2333" y="3226"/>
                    <a:pt x="2506" y="3068"/>
                    <a:pt x="2650" y="2938"/>
                  </a:cubicBezTo>
                  <a:cubicBezTo>
                    <a:pt x="2751" y="2809"/>
                    <a:pt x="2780" y="2636"/>
                    <a:pt x="2751" y="2477"/>
                  </a:cubicBezTo>
                  <a:cubicBezTo>
                    <a:pt x="2751" y="2405"/>
                    <a:pt x="2736" y="2333"/>
                    <a:pt x="2736" y="2261"/>
                  </a:cubicBezTo>
                  <a:cubicBezTo>
                    <a:pt x="2852" y="2161"/>
                    <a:pt x="2650" y="1340"/>
                    <a:pt x="2650" y="1340"/>
                  </a:cubicBezTo>
                  <a:cubicBezTo>
                    <a:pt x="2794" y="1311"/>
                    <a:pt x="2952" y="1253"/>
                    <a:pt x="3068" y="1167"/>
                  </a:cubicBezTo>
                  <a:cubicBezTo>
                    <a:pt x="3096" y="1138"/>
                    <a:pt x="3111" y="1124"/>
                    <a:pt x="3140" y="1095"/>
                  </a:cubicBezTo>
                  <a:cubicBezTo>
                    <a:pt x="3240" y="850"/>
                    <a:pt x="3183" y="562"/>
                    <a:pt x="2981" y="389"/>
                  </a:cubicBezTo>
                  <a:cubicBezTo>
                    <a:pt x="2794" y="274"/>
                    <a:pt x="677" y="0"/>
                    <a:pt x="302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5"/>
            <p:cNvSpPr/>
            <p:nvPr/>
          </p:nvSpPr>
          <p:spPr>
            <a:xfrm flipH="1">
              <a:off x="2769281" y="2258183"/>
              <a:ext cx="72868" cy="11748"/>
            </a:xfrm>
            <a:custGeom>
              <a:avLst/>
              <a:gdLst/>
              <a:ahLst/>
              <a:cxnLst/>
              <a:rect l="l" t="t" r="r" b="b"/>
              <a:pathLst>
                <a:path w="1960" h="316" extrusionOk="0">
                  <a:moveTo>
                    <a:pt x="863" y="1"/>
                  </a:moveTo>
                  <a:cubicBezTo>
                    <a:pt x="563" y="1"/>
                    <a:pt x="268" y="70"/>
                    <a:pt x="1" y="186"/>
                  </a:cubicBezTo>
                  <a:lnTo>
                    <a:pt x="1542" y="316"/>
                  </a:lnTo>
                  <a:cubicBezTo>
                    <a:pt x="1686" y="287"/>
                    <a:pt x="1830" y="229"/>
                    <a:pt x="1960" y="143"/>
                  </a:cubicBezTo>
                  <a:cubicBezTo>
                    <a:pt x="1758" y="129"/>
                    <a:pt x="1470" y="28"/>
                    <a:pt x="1081" y="13"/>
                  </a:cubicBezTo>
                  <a:cubicBezTo>
                    <a:pt x="1008" y="5"/>
                    <a:pt x="935" y="1"/>
                    <a:pt x="863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5"/>
            <p:cNvSpPr/>
            <p:nvPr/>
          </p:nvSpPr>
          <p:spPr>
            <a:xfrm flipH="1">
              <a:off x="2781066" y="2304172"/>
              <a:ext cx="61603" cy="14016"/>
            </a:xfrm>
            <a:custGeom>
              <a:avLst/>
              <a:gdLst/>
              <a:ahLst/>
              <a:cxnLst/>
              <a:rect l="l" t="t" r="r" b="b"/>
              <a:pathLst>
                <a:path w="1657" h="377" extrusionOk="0">
                  <a:moveTo>
                    <a:pt x="1642" y="0"/>
                  </a:moveTo>
                  <a:cubicBezTo>
                    <a:pt x="1642" y="0"/>
                    <a:pt x="762" y="60"/>
                    <a:pt x="169" y="60"/>
                  </a:cubicBezTo>
                  <a:cubicBezTo>
                    <a:pt x="109" y="60"/>
                    <a:pt x="53" y="59"/>
                    <a:pt x="1" y="58"/>
                  </a:cubicBezTo>
                  <a:lnTo>
                    <a:pt x="1" y="58"/>
                  </a:lnTo>
                  <a:cubicBezTo>
                    <a:pt x="355" y="202"/>
                    <a:pt x="626" y="377"/>
                    <a:pt x="997" y="377"/>
                  </a:cubicBezTo>
                  <a:cubicBezTo>
                    <a:pt x="1184" y="377"/>
                    <a:pt x="1396" y="332"/>
                    <a:pt x="1657" y="216"/>
                  </a:cubicBezTo>
                  <a:cubicBezTo>
                    <a:pt x="1657" y="144"/>
                    <a:pt x="1642" y="72"/>
                    <a:pt x="1642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 flipH="1">
              <a:off x="2765005" y="2335289"/>
              <a:ext cx="80861" cy="23533"/>
            </a:xfrm>
            <a:custGeom>
              <a:avLst/>
              <a:gdLst/>
              <a:ahLst/>
              <a:cxnLst/>
              <a:rect l="l" t="t" r="r" b="b"/>
              <a:pathLst>
                <a:path w="2175" h="633" extrusionOk="0">
                  <a:moveTo>
                    <a:pt x="2052" y="1"/>
                  </a:moveTo>
                  <a:cubicBezTo>
                    <a:pt x="1851" y="1"/>
                    <a:pt x="1388" y="116"/>
                    <a:pt x="1339" y="128"/>
                  </a:cubicBezTo>
                  <a:lnTo>
                    <a:pt x="1325" y="128"/>
                  </a:lnTo>
                  <a:cubicBezTo>
                    <a:pt x="1181" y="200"/>
                    <a:pt x="1037" y="258"/>
                    <a:pt x="879" y="301"/>
                  </a:cubicBezTo>
                  <a:cubicBezTo>
                    <a:pt x="856" y="305"/>
                    <a:pt x="832" y="307"/>
                    <a:pt x="805" y="307"/>
                  </a:cubicBezTo>
                  <a:cubicBezTo>
                    <a:pt x="518" y="307"/>
                    <a:pt x="0" y="114"/>
                    <a:pt x="0" y="114"/>
                  </a:cubicBezTo>
                  <a:lnTo>
                    <a:pt x="0" y="114"/>
                  </a:lnTo>
                  <a:lnTo>
                    <a:pt x="15" y="416"/>
                  </a:lnTo>
                  <a:cubicBezTo>
                    <a:pt x="245" y="503"/>
                    <a:pt x="490" y="575"/>
                    <a:pt x="720" y="632"/>
                  </a:cubicBezTo>
                  <a:cubicBezTo>
                    <a:pt x="722" y="633"/>
                    <a:pt x="724" y="633"/>
                    <a:pt x="726" y="633"/>
                  </a:cubicBezTo>
                  <a:cubicBezTo>
                    <a:pt x="909" y="633"/>
                    <a:pt x="2174" y="42"/>
                    <a:pt x="2132" y="13"/>
                  </a:cubicBezTo>
                  <a:cubicBezTo>
                    <a:pt x="2116" y="4"/>
                    <a:pt x="2088" y="1"/>
                    <a:pt x="2052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 flipH="1">
              <a:off x="1628861" y="2189591"/>
              <a:ext cx="871143" cy="609897"/>
            </a:xfrm>
            <a:custGeom>
              <a:avLst/>
              <a:gdLst/>
              <a:ahLst/>
              <a:cxnLst/>
              <a:rect l="l" t="t" r="r" b="b"/>
              <a:pathLst>
                <a:path w="23432" h="16405" extrusionOk="0">
                  <a:moveTo>
                    <a:pt x="2161" y="1"/>
                  </a:moveTo>
                  <a:cubicBezTo>
                    <a:pt x="2132" y="1"/>
                    <a:pt x="2089" y="1"/>
                    <a:pt x="2060" y="15"/>
                  </a:cubicBezTo>
                  <a:cubicBezTo>
                    <a:pt x="1642" y="217"/>
                    <a:pt x="1873" y="994"/>
                    <a:pt x="1873" y="994"/>
                  </a:cubicBezTo>
                  <a:cubicBezTo>
                    <a:pt x="1845" y="994"/>
                    <a:pt x="943" y="660"/>
                    <a:pt x="698" y="660"/>
                  </a:cubicBezTo>
                  <a:cubicBezTo>
                    <a:pt x="684" y="660"/>
                    <a:pt x="672" y="661"/>
                    <a:pt x="663" y="663"/>
                  </a:cubicBezTo>
                  <a:cubicBezTo>
                    <a:pt x="490" y="692"/>
                    <a:pt x="735" y="1786"/>
                    <a:pt x="735" y="1786"/>
                  </a:cubicBezTo>
                  <a:cubicBezTo>
                    <a:pt x="735" y="1786"/>
                    <a:pt x="0" y="4321"/>
                    <a:pt x="447" y="4695"/>
                  </a:cubicBezTo>
                  <a:cubicBezTo>
                    <a:pt x="908" y="5070"/>
                    <a:pt x="3269" y="5646"/>
                    <a:pt x="3269" y="5646"/>
                  </a:cubicBezTo>
                  <a:lnTo>
                    <a:pt x="3284" y="5617"/>
                  </a:lnTo>
                  <a:cubicBezTo>
                    <a:pt x="4990" y="8026"/>
                    <a:pt x="11152" y="16404"/>
                    <a:pt x="14475" y="16404"/>
                  </a:cubicBezTo>
                  <a:cubicBezTo>
                    <a:pt x="14489" y="16404"/>
                    <a:pt x="14503" y="16404"/>
                    <a:pt x="14517" y="16404"/>
                  </a:cubicBezTo>
                  <a:cubicBezTo>
                    <a:pt x="18391" y="16317"/>
                    <a:pt x="23431" y="9765"/>
                    <a:pt x="23431" y="9765"/>
                  </a:cubicBezTo>
                  <a:lnTo>
                    <a:pt x="19053" y="5401"/>
                  </a:lnTo>
                  <a:lnTo>
                    <a:pt x="15021" y="9765"/>
                  </a:lnTo>
                  <a:lnTo>
                    <a:pt x="4479" y="3068"/>
                  </a:lnTo>
                  <a:cubicBezTo>
                    <a:pt x="4537" y="2838"/>
                    <a:pt x="4594" y="2578"/>
                    <a:pt x="4638" y="2334"/>
                  </a:cubicBezTo>
                  <a:cubicBezTo>
                    <a:pt x="4724" y="1873"/>
                    <a:pt x="4767" y="1455"/>
                    <a:pt x="4666" y="1383"/>
                  </a:cubicBezTo>
                  <a:cubicBezTo>
                    <a:pt x="4422" y="1210"/>
                    <a:pt x="2823" y="649"/>
                    <a:pt x="2823" y="649"/>
                  </a:cubicBezTo>
                  <a:cubicBezTo>
                    <a:pt x="2823" y="649"/>
                    <a:pt x="2477" y="1"/>
                    <a:pt x="2161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5"/>
            <p:cNvSpPr/>
            <p:nvPr/>
          </p:nvSpPr>
          <p:spPr>
            <a:xfrm flipH="1">
              <a:off x="1407209" y="2121593"/>
              <a:ext cx="493680" cy="593799"/>
            </a:xfrm>
            <a:custGeom>
              <a:avLst/>
              <a:gdLst/>
              <a:ahLst/>
              <a:cxnLst/>
              <a:rect l="l" t="t" r="r" b="b"/>
              <a:pathLst>
                <a:path w="13279" h="15972" extrusionOk="0">
                  <a:moveTo>
                    <a:pt x="10729" y="1"/>
                  </a:moveTo>
                  <a:cubicBezTo>
                    <a:pt x="10629" y="1"/>
                    <a:pt x="10542" y="15"/>
                    <a:pt x="10456" y="44"/>
                  </a:cubicBezTo>
                  <a:cubicBezTo>
                    <a:pt x="7143" y="1009"/>
                    <a:pt x="0" y="9419"/>
                    <a:pt x="0" y="9419"/>
                  </a:cubicBezTo>
                  <a:lnTo>
                    <a:pt x="6639" y="15972"/>
                  </a:lnTo>
                  <a:cubicBezTo>
                    <a:pt x="6639" y="15972"/>
                    <a:pt x="13278" y="6308"/>
                    <a:pt x="12947" y="3356"/>
                  </a:cubicBezTo>
                  <a:cubicBezTo>
                    <a:pt x="12645" y="764"/>
                    <a:pt x="11464" y="1"/>
                    <a:pt x="1072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5"/>
            <p:cNvSpPr/>
            <p:nvPr/>
          </p:nvSpPr>
          <p:spPr>
            <a:xfrm flipH="1">
              <a:off x="555398" y="2114083"/>
              <a:ext cx="724441" cy="1034984"/>
            </a:xfrm>
            <a:custGeom>
              <a:avLst/>
              <a:gdLst/>
              <a:ahLst/>
              <a:cxnLst/>
              <a:rect l="l" t="t" r="r" b="b"/>
              <a:pathLst>
                <a:path w="19486" h="27839" extrusionOk="0">
                  <a:moveTo>
                    <a:pt x="17902" y="1"/>
                  </a:moveTo>
                  <a:cubicBezTo>
                    <a:pt x="16260" y="188"/>
                    <a:pt x="15137" y="1571"/>
                    <a:pt x="14834" y="3428"/>
                  </a:cubicBezTo>
                  <a:cubicBezTo>
                    <a:pt x="14517" y="5272"/>
                    <a:pt x="9592" y="14921"/>
                    <a:pt x="9592" y="14921"/>
                  </a:cubicBezTo>
                  <a:lnTo>
                    <a:pt x="1" y="26110"/>
                  </a:lnTo>
                  <a:lnTo>
                    <a:pt x="3284" y="27839"/>
                  </a:lnTo>
                  <a:cubicBezTo>
                    <a:pt x="3284" y="27839"/>
                    <a:pt x="12775" y="21588"/>
                    <a:pt x="14719" y="18204"/>
                  </a:cubicBezTo>
                  <a:cubicBezTo>
                    <a:pt x="16663" y="14834"/>
                    <a:pt x="19486" y="1"/>
                    <a:pt x="1793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 flipH="1">
              <a:off x="1147003" y="3031996"/>
              <a:ext cx="186891" cy="144397"/>
            </a:xfrm>
            <a:custGeom>
              <a:avLst/>
              <a:gdLst/>
              <a:ahLst/>
              <a:cxnLst/>
              <a:rect l="l" t="t" r="r" b="b"/>
              <a:pathLst>
                <a:path w="5027" h="3884" extrusionOk="0">
                  <a:moveTo>
                    <a:pt x="2337" y="0"/>
                  </a:moveTo>
                  <a:cubicBezTo>
                    <a:pt x="1762" y="0"/>
                    <a:pt x="1241" y="120"/>
                    <a:pt x="1066" y="470"/>
                  </a:cubicBezTo>
                  <a:cubicBezTo>
                    <a:pt x="879" y="844"/>
                    <a:pt x="936" y="2025"/>
                    <a:pt x="504" y="2213"/>
                  </a:cubicBezTo>
                  <a:cubicBezTo>
                    <a:pt x="245" y="2328"/>
                    <a:pt x="0" y="2472"/>
                    <a:pt x="15" y="2573"/>
                  </a:cubicBezTo>
                  <a:cubicBezTo>
                    <a:pt x="29" y="2774"/>
                    <a:pt x="389" y="2904"/>
                    <a:pt x="591" y="2947"/>
                  </a:cubicBezTo>
                  <a:cubicBezTo>
                    <a:pt x="618" y="2952"/>
                    <a:pt x="649" y="2955"/>
                    <a:pt x="683" y="2955"/>
                  </a:cubicBezTo>
                  <a:cubicBezTo>
                    <a:pt x="1021" y="2955"/>
                    <a:pt x="1628" y="2717"/>
                    <a:pt x="1628" y="2717"/>
                  </a:cubicBezTo>
                  <a:cubicBezTo>
                    <a:pt x="1628" y="2717"/>
                    <a:pt x="2161" y="3710"/>
                    <a:pt x="2348" y="3725"/>
                  </a:cubicBezTo>
                  <a:cubicBezTo>
                    <a:pt x="2477" y="3725"/>
                    <a:pt x="2621" y="3696"/>
                    <a:pt x="2751" y="3653"/>
                  </a:cubicBezTo>
                  <a:lnTo>
                    <a:pt x="3457" y="3523"/>
                  </a:lnTo>
                  <a:lnTo>
                    <a:pt x="3730" y="3883"/>
                  </a:lnTo>
                  <a:cubicBezTo>
                    <a:pt x="3730" y="3883"/>
                    <a:pt x="4364" y="2861"/>
                    <a:pt x="4580" y="2501"/>
                  </a:cubicBezTo>
                  <a:cubicBezTo>
                    <a:pt x="4609" y="2443"/>
                    <a:pt x="4638" y="2385"/>
                    <a:pt x="4666" y="2328"/>
                  </a:cubicBezTo>
                  <a:cubicBezTo>
                    <a:pt x="5026" y="1665"/>
                    <a:pt x="4839" y="844"/>
                    <a:pt x="4249" y="398"/>
                  </a:cubicBezTo>
                  <a:cubicBezTo>
                    <a:pt x="4031" y="231"/>
                    <a:pt x="3133" y="0"/>
                    <a:pt x="2337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5"/>
            <p:cNvSpPr/>
            <p:nvPr/>
          </p:nvSpPr>
          <p:spPr>
            <a:xfrm flipH="1">
              <a:off x="500226" y="4761679"/>
              <a:ext cx="530634" cy="205629"/>
            </a:xfrm>
            <a:custGeom>
              <a:avLst/>
              <a:gdLst/>
              <a:ahLst/>
              <a:cxnLst/>
              <a:rect l="l" t="t" r="r" b="b"/>
              <a:pathLst>
                <a:path w="14273" h="5531" extrusionOk="0">
                  <a:moveTo>
                    <a:pt x="8540" y="0"/>
                  </a:moveTo>
                  <a:lnTo>
                    <a:pt x="8540" y="0"/>
                  </a:lnTo>
                  <a:cubicBezTo>
                    <a:pt x="8540" y="0"/>
                    <a:pt x="8656" y="1397"/>
                    <a:pt x="5919" y="2564"/>
                  </a:cubicBezTo>
                  <a:cubicBezTo>
                    <a:pt x="4998" y="2938"/>
                    <a:pt x="4033" y="3226"/>
                    <a:pt x="3054" y="3413"/>
                  </a:cubicBezTo>
                  <a:cubicBezTo>
                    <a:pt x="764" y="3889"/>
                    <a:pt x="0" y="5530"/>
                    <a:pt x="0" y="5530"/>
                  </a:cubicBezTo>
                  <a:lnTo>
                    <a:pt x="14243" y="5530"/>
                  </a:lnTo>
                  <a:lnTo>
                    <a:pt x="14258" y="3039"/>
                  </a:lnTo>
                  <a:lnTo>
                    <a:pt x="14272" y="418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5"/>
            <p:cNvSpPr/>
            <p:nvPr/>
          </p:nvSpPr>
          <p:spPr>
            <a:xfrm flipH="1">
              <a:off x="500784" y="4856444"/>
              <a:ext cx="530077" cy="110863"/>
            </a:xfrm>
            <a:custGeom>
              <a:avLst/>
              <a:gdLst/>
              <a:ahLst/>
              <a:cxnLst/>
              <a:rect l="l" t="t" r="r" b="b"/>
              <a:pathLst>
                <a:path w="14258" h="2982" extrusionOk="0">
                  <a:moveTo>
                    <a:pt x="5919" y="0"/>
                  </a:moveTo>
                  <a:cubicBezTo>
                    <a:pt x="4998" y="389"/>
                    <a:pt x="4033" y="677"/>
                    <a:pt x="3054" y="864"/>
                  </a:cubicBezTo>
                  <a:cubicBezTo>
                    <a:pt x="764" y="1340"/>
                    <a:pt x="0" y="2981"/>
                    <a:pt x="0" y="2981"/>
                  </a:cubicBezTo>
                  <a:lnTo>
                    <a:pt x="14243" y="2981"/>
                  </a:lnTo>
                  <a:lnTo>
                    <a:pt x="14258" y="490"/>
                  </a:lnTo>
                  <a:lnTo>
                    <a:pt x="14258" y="490"/>
                  </a:lnTo>
                  <a:cubicBezTo>
                    <a:pt x="12962" y="850"/>
                    <a:pt x="10989" y="1685"/>
                    <a:pt x="7604" y="1959"/>
                  </a:cubicBezTo>
                  <a:cubicBezTo>
                    <a:pt x="7230" y="1268"/>
                    <a:pt x="6567" y="576"/>
                    <a:pt x="591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 flipH="1">
              <a:off x="392635" y="2912396"/>
              <a:ext cx="413897" cy="1923192"/>
            </a:xfrm>
            <a:custGeom>
              <a:avLst/>
              <a:gdLst/>
              <a:ahLst/>
              <a:cxnLst/>
              <a:rect l="l" t="t" r="r" b="b"/>
              <a:pathLst>
                <a:path w="11133" h="51730" extrusionOk="0">
                  <a:moveTo>
                    <a:pt x="4494" y="0"/>
                  </a:moveTo>
                  <a:cubicBezTo>
                    <a:pt x="2679" y="0"/>
                    <a:pt x="994" y="764"/>
                    <a:pt x="447" y="2578"/>
                  </a:cubicBezTo>
                  <a:cubicBezTo>
                    <a:pt x="231" y="3284"/>
                    <a:pt x="101" y="4983"/>
                    <a:pt x="44" y="7345"/>
                  </a:cubicBezTo>
                  <a:cubicBezTo>
                    <a:pt x="44" y="7719"/>
                    <a:pt x="29" y="8108"/>
                    <a:pt x="29" y="8511"/>
                  </a:cubicBezTo>
                  <a:cubicBezTo>
                    <a:pt x="15" y="9332"/>
                    <a:pt x="15" y="10211"/>
                    <a:pt x="15" y="11132"/>
                  </a:cubicBezTo>
                  <a:cubicBezTo>
                    <a:pt x="1" y="24986"/>
                    <a:pt x="1253" y="50102"/>
                    <a:pt x="1253" y="50102"/>
                  </a:cubicBezTo>
                  <a:lnTo>
                    <a:pt x="8829" y="51730"/>
                  </a:lnTo>
                  <a:cubicBezTo>
                    <a:pt x="8829" y="51730"/>
                    <a:pt x="10182" y="22077"/>
                    <a:pt x="10730" y="11132"/>
                  </a:cubicBezTo>
                  <a:cubicBezTo>
                    <a:pt x="10787" y="10067"/>
                    <a:pt x="10830" y="9188"/>
                    <a:pt x="10859" y="8511"/>
                  </a:cubicBezTo>
                  <a:cubicBezTo>
                    <a:pt x="10888" y="7964"/>
                    <a:pt x="10917" y="7561"/>
                    <a:pt x="10931" y="7345"/>
                  </a:cubicBezTo>
                  <a:cubicBezTo>
                    <a:pt x="10931" y="7331"/>
                    <a:pt x="10931" y="7316"/>
                    <a:pt x="10931" y="7302"/>
                  </a:cubicBezTo>
                  <a:cubicBezTo>
                    <a:pt x="11133" y="4349"/>
                    <a:pt x="10355" y="3313"/>
                    <a:pt x="9433" y="2132"/>
                  </a:cubicBezTo>
                  <a:cubicBezTo>
                    <a:pt x="8411" y="821"/>
                    <a:pt x="6380" y="0"/>
                    <a:pt x="449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5"/>
            <p:cNvSpPr/>
            <p:nvPr/>
          </p:nvSpPr>
          <p:spPr>
            <a:xfrm flipH="1">
              <a:off x="392635" y="2912359"/>
              <a:ext cx="413377" cy="413934"/>
            </a:xfrm>
            <a:custGeom>
              <a:avLst/>
              <a:gdLst/>
              <a:ahLst/>
              <a:cxnLst/>
              <a:rect l="l" t="t" r="r" b="b"/>
              <a:pathLst>
                <a:path w="11119" h="11134" extrusionOk="0">
                  <a:moveTo>
                    <a:pt x="4484" y="0"/>
                  </a:moveTo>
                  <a:cubicBezTo>
                    <a:pt x="2667" y="0"/>
                    <a:pt x="977" y="762"/>
                    <a:pt x="433" y="2579"/>
                  </a:cubicBezTo>
                  <a:cubicBezTo>
                    <a:pt x="217" y="3285"/>
                    <a:pt x="102" y="4984"/>
                    <a:pt x="30" y="7332"/>
                  </a:cubicBezTo>
                  <a:cubicBezTo>
                    <a:pt x="30" y="7720"/>
                    <a:pt x="15" y="8109"/>
                    <a:pt x="15" y="8512"/>
                  </a:cubicBezTo>
                  <a:cubicBezTo>
                    <a:pt x="1" y="9333"/>
                    <a:pt x="1" y="10212"/>
                    <a:pt x="1" y="11133"/>
                  </a:cubicBezTo>
                  <a:lnTo>
                    <a:pt x="10716" y="11133"/>
                  </a:lnTo>
                  <a:cubicBezTo>
                    <a:pt x="10773" y="10068"/>
                    <a:pt x="10816" y="9175"/>
                    <a:pt x="10845" y="8512"/>
                  </a:cubicBezTo>
                  <a:cubicBezTo>
                    <a:pt x="10874" y="7965"/>
                    <a:pt x="10903" y="7562"/>
                    <a:pt x="10917" y="7332"/>
                  </a:cubicBezTo>
                  <a:cubicBezTo>
                    <a:pt x="10917" y="7332"/>
                    <a:pt x="10917" y="7317"/>
                    <a:pt x="10917" y="7303"/>
                  </a:cubicBezTo>
                  <a:cubicBezTo>
                    <a:pt x="11119" y="4350"/>
                    <a:pt x="10341" y="3314"/>
                    <a:pt x="9419" y="2133"/>
                  </a:cubicBezTo>
                  <a:cubicBezTo>
                    <a:pt x="8393" y="820"/>
                    <a:pt x="6370" y="0"/>
                    <a:pt x="448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 flipH="1">
              <a:off x="-132051" y="4578580"/>
              <a:ext cx="445684" cy="424939"/>
            </a:xfrm>
            <a:custGeom>
              <a:avLst/>
              <a:gdLst/>
              <a:ahLst/>
              <a:cxnLst/>
              <a:rect l="l" t="t" r="r" b="b"/>
              <a:pathLst>
                <a:path w="11988" h="11430" extrusionOk="0">
                  <a:moveTo>
                    <a:pt x="9439" y="0"/>
                  </a:moveTo>
                  <a:lnTo>
                    <a:pt x="4370" y="2707"/>
                  </a:lnTo>
                  <a:cubicBezTo>
                    <a:pt x="4370" y="2707"/>
                    <a:pt x="5176" y="3845"/>
                    <a:pt x="3448" y="6308"/>
                  </a:cubicBezTo>
                  <a:cubicBezTo>
                    <a:pt x="2858" y="7114"/>
                    <a:pt x="2195" y="7878"/>
                    <a:pt x="1461" y="8569"/>
                  </a:cubicBezTo>
                  <a:cubicBezTo>
                    <a:pt x="856" y="9130"/>
                    <a:pt x="395" y="9850"/>
                    <a:pt x="136" y="10643"/>
                  </a:cubicBezTo>
                  <a:cubicBezTo>
                    <a:pt x="1" y="11058"/>
                    <a:pt x="331" y="11430"/>
                    <a:pt x="708" y="11430"/>
                  </a:cubicBezTo>
                  <a:cubicBezTo>
                    <a:pt x="814" y="11430"/>
                    <a:pt x="924" y="11400"/>
                    <a:pt x="1029" y="11334"/>
                  </a:cubicBezTo>
                  <a:lnTo>
                    <a:pt x="11988" y="4436"/>
                  </a:lnTo>
                  <a:lnTo>
                    <a:pt x="10750" y="2275"/>
                  </a:lnTo>
                  <a:lnTo>
                    <a:pt x="9439" y="0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 flipH="1">
              <a:off x="-132051" y="4663159"/>
              <a:ext cx="445684" cy="340360"/>
            </a:xfrm>
            <a:custGeom>
              <a:avLst/>
              <a:gdLst/>
              <a:ahLst/>
              <a:cxnLst/>
              <a:rect l="l" t="t" r="r" b="b"/>
              <a:pathLst>
                <a:path w="11988" h="9155" extrusionOk="0">
                  <a:moveTo>
                    <a:pt x="10750" y="0"/>
                  </a:moveTo>
                  <a:cubicBezTo>
                    <a:pt x="9828" y="1009"/>
                    <a:pt x="8575" y="2780"/>
                    <a:pt x="5867" y="4825"/>
                  </a:cubicBezTo>
                  <a:cubicBezTo>
                    <a:pt x="5205" y="4422"/>
                    <a:pt x="4283" y="4177"/>
                    <a:pt x="3448" y="4033"/>
                  </a:cubicBezTo>
                  <a:cubicBezTo>
                    <a:pt x="2858" y="4839"/>
                    <a:pt x="2195" y="5603"/>
                    <a:pt x="1461" y="6294"/>
                  </a:cubicBezTo>
                  <a:cubicBezTo>
                    <a:pt x="856" y="6855"/>
                    <a:pt x="395" y="7575"/>
                    <a:pt x="136" y="8368"/>
                  </a:cubicBezTo>
                  <a:cubicBezTo>
                    <a:pt x="1" y="8783"/>
                    <a:pt x="331" y="9155"/>
                    <a:pt x="708" y="9155"/>
                  </a:cubicBezTo>
                  <a:cubicBezTo>
                    <a:pt x="814" y="9155"/>
                    <a:pt x="924" y="9125"/>
                    <a:pt x="1029" y="9059"/>
                  </a:cubicBezTo>
                  <a:lnTo>
                    <a:pt x="11988" y="2161"/>
                  </a:lnTo>
                  <a:lnTo>
                    <a:pt x="10750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5"/>
            <p:cNvSpPr/>
            <p:nvPr/>
          </p:nvSpPr>
          <p:spPr>
            <a:xfrm flipH="1">
              <a:off x="-86026" y="3008760"/>
              <a:ext cx="691241" cy="1695108"/>
            </a:xfrm>
            <a:custGeom>
              <a:avLst/>
              <a:gdLst/>
              <a:ahLst/>
              <a:cxnLst/>
              <a:rect l="l" t="t" r="r" b="b"/>
              <a:pathLst>
                <a:path w="18593" h="45595" extrusionOk="0">
                  <a:moveTo>
                    <a:pt x="2766" y="1"/>
                  </a:moveTo>
                  <a:cubicBezTo>
                    <a:pt x="2766" y="1"/>
                    <a:pt x="2463" y="1988"/>
                    <a:pt x="2074" y="4825"/>
                  </a:cubicBezTo>
                  <a:cubicBezTo>
                    <a:pt x="1988" y="5516"/>
                    <a:pt x="1887" y="6251"/>
                    <a:pt x="1772" y="7028"/>
                  </a:cubicBezTo>
                  <a:cubicBezTo>
                    <a:pt x="1714" y="7518"/>
                    <a:pt x="1642" y="8022"/>
                    <a:pt x="1585" y="8540"/>
                  </a:cubicBezTo>
                  <a:cubicBezTo>
                    <a:pt x="807" y="14503"/>
                    <a:pt x="0" y="21718"/>
                    <a:pt x="360" y="23518"/>
                  </a:cubicBezTo>
                  <a:cubicBezTo>
                    <a:pt x="879" y="26124"/>
                    <a:pt x="11262" y="45595"/>
                    <a:pt x="11262" y="45595"/>
                  </a:cubicBezTo>
                  <a:lnTo>
                    <a:pt x="18593" y="44500"/>
                  </a:lnTo>
                  <a:lnTo>
                    <a:pt x="10139" y="23331"/>
                  </a:lnTo>
                  <a:lnTo>
                    <a:pt x="11968" y="8540"/>
                  </a:lnTo>
                  <a:lnTo>
                    <a:pt x="12141" y="7158"/>
                  </a:lnTo>
                  <a:lnTo>
                    <a:pt x="12746" y="2305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5"/>
            <p:cNvSpPr/>
            <p:nvPr/>
          </p:nvSpPr>
          <p:spPr>
            <a:xfrm flipH="1">
              <a:off x="131351" y="3008760"/>
              <a:ext cx="414975" cy="317533"/>
            </a:xfrm>
            <a:custGeom>
              <a:avLst/>
              <a:gdLst/>
              <a:ahLst/>
              <a:cxnLst/>
              <a:rect l="l" t="t" r="r" b="b"/>
              <a:pathLst>
                <a:path w="11162" h="8541" extrusionOk="0">
                  <a:moveTo>
                    <a:pt x="1182" y="1"/>
                  </a:moveTo>
                  <a:cubicBezTo>
                    <a:pt x="1182" y="1"/>
                    <a:pt x="879" y="1988"/>
                    <a:pt x="490" y="4825"/>
                  </a:cubicBezTo>
                  <a:cubicBezTo>
                    <a:pt x="404" y="5516"/>
                    <a:pt x="303" y="6251"/>
                    <a:pt x="188" y="7028"/>
                  </a:cubicBezTo>
                  <a:cubicBezTo>
                    <a:pt x="130" y="7518"/>
                    <a:pt x="58" y="8022"/>
                    <a:pt x="1" y="8540"/>
                  </a:cubicBezTo>
                  <a:lnTo>
                    <a:pt x="10384" y="8540"/>
                  </a:lnTo>
                  <a:lnTo>
                    <a:pt x="10557" y="7158"/>
                  </a:lnTo>
                  <a:lnTo>
                    <a:pt x="11162" y="2305"/>
                  </a:lnTo>
                  <a:lnTo>
                    <a:pt x="1182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 flipH="1">
              <a:off x="236303" y="1648286"/>
              <a:ext cx="488326" cy="442933"/>
            </a:xfrm>
            <a:custGeom>
              <a:avLst/>
              <a:gdLst/>
              <a:ahLst/>
              <a:cxnLst/>
              <a:rect l="l" t="t" r="r" b="b"/>
              <a:pathLst>
                <a:path w="13135" h="11914" extrusionOk="0">
                  <a:moveTo>
                    <a:pt x="6784" y="1"/>
                  </a:moveTo>
                  <a:cubicBezTo>
                    <a:pt x="6366" y="1"/>
                    <a:pt x="5978" y="203"/>
                    <a:pt x="5718" y="534"/>
                  </a:cubicBezTo>
                  <a:cubicBezTo>
                    <a:pt x="5417" y="198"/>
                    <a:pt x="4994" y="11"/>
                    <a:pt x="4555" y="11"/>
                  </a:cubicBezTo>
                  <a:cubicBezTo>
                    <a:pt x="4449" y="11"/>
                    <a:pt x="4342" y="22"/>
                    <a:pt x="4235" y="44"/>
                  </a:cubicBezTo>
                  <a:cubicBezTo>
                    <a:pt x="3688" y="159"/>
                    <a:pt x="3256" y="548"/>
                    <a:pt x="3083" y="1067"/>
                  </a:cubicBezTo>
                  <a:cubicBezTo>
                    <a:pt x="2881" y="943"/>
                    <a:pt x="2652" y="881"/>
                    <a:pt x="2424" y="881"/>
                  </a:cubicBezTo>
                  <a:cubicBezTo>
                    <a:pt x="2148" y="881"/>
                    <a:pt x="1871" y="972"/>
                    <a:pt x="1643" y="1153"/>
                  </a:cubicBezTo>
                  <a:cubicBezTo>
                    <a:pt x="1254" y="1499"/>
                    <a:pt x="1139" y="2060"/>
                    <a:pt x="1355" y="2536"/>
                  </a:cubicBezTo>
                  <a:cubicBezTo>
                    <a:pt x="1293" y="2501"/>
                    <a:pt x="1229" y="2487"/>
                    <a:pt x="1164" y="2487"/>
                  </a:cubicBezTo>
                  <a:cubicBezTo>
                    <a:pt x="956" y="2487"/>
                    <a:pt x="738" y="2638"/>
                    <a:pt x="563" y="2780"/>
                  </a:cubicBezTo>
                  <a:cubicBezTo>
                    <a:pt x="332" y="2968"/>
                    <a:pt x="188" y="3241"/>
                    <a:pt x="159" y="3529"/>
                  </a:cubicBezTo>
                  <a:cubicBezTo>
                    <a:pt x="73" y="3947"/>
                    <a:pt x="203" y="4451"/>
                    <a:pt x="577" y="4667"/>
                  </a:cubicBezTo>
                  <a:cubicBezTo>
                    <a:pt x="203" y="4753"/>
                    <a:pt x="1" y="5185"/>
                    <a:pt x="15" y="5560"/>
                  </a:cubicBezTo>
                  <a:cubicBezTo>
                    <a:pt x="30" y="5949"/>
                    <a:pt x="303" y="6265"/>
                    <a:pt x="678" y="6352"/>
                  </a:cubicBezTo>
                  <a:cubicBezTo>
                    <a:pt x="664" y="6349"/>
                    <a:pt x="651" y="6348"/>
                    <a:pt x="638" y="6348"/>
                  </a:cubicBezTo>
                  <a:cubicBezTo>
                    <a:pt x="437" y="6348"/>
                    <a:pt x="258" y="6640"/>
                    <a:pt x="231" y="6856"/>
                  </a:cubicBezTo>
                  <a:cubicBezTo>
                    <a:pt x="217" y="7086"/>
                    <a:pt x="318" y="7317"/>
                    <a:pt x="505" y="7461"/>
                  </a:cubicBezTo>
                  <a:cubicBezTo>
                    <a:pt x="692" y="7605"/>
                    <a:pt x="908" y="7706"/>
                    <a:pt x="1124" y="7778"/>
                  </a:cubicBezTo>
                  <a:cubicBezTo>
                    <a:pt x="865" y="8224"/>
                    <a:pt x="1139" y="8843"/>
                    <a:pt x="1571" y="9131"/>
                  </a:cubicBezTo>
                  <a:cubicBezTo>
                    <a:pt x="1756" y="9244"/>
                    <a:pt x="1962" y="9306"/>
                    <a:pt x="2175" y="9306"/>
                  </a:cubicBezTo>
                  <a:cubicBezTo>
                    <a:pt x="2261" y="9306"/>
                    <a:pt x="2348" y="9296"/>
                    <a:pt x="2435" y="9275"/>
                  </a:cubicBezTo>
                  <a:lnTo>
                    <a:pt x="2435" y="9275"/>
                  </a:lnTo>
                  <a:cubicBezTo>
                    <a:pt x="2262" y="9563"/>
                    <a:pt x="2262" y="9923"/>
                    <a:pt x="2435" y="10226"/>
                  </a:cubicBezTo>
                  <a:cubicBezTo>
                    <a:pt x="2590" y="10441"/>
                    <a:pt x="2835" y="10557"/>
                    <a:pt x="3087" y="10557"/>
                  </a:cubicBezTo>
                  <a:cubicBezTo>
                    <a:pt x="3139" y="10557"/>
                    <a:pt x="3190" y="10552"/>
                    <a:pt x="3241" y="10543"/>
                  </a:cubicBezTo>
                  <a:cubicBezTo>
                    <a:pt x="3256" y="10931"/>
                    <a:pt x="3702" y="11335"/>
                    <a:pt x="4077" y="11435"/>
                  </a:cubicBezTo>
                  <a:cubicBezTo>
                    <a:pt x="4147" y="11451"/>
                    <a:pt x="4218" y="11459"/>
                    <a:pt x="4287" y="11459"/>
                  </a:cubicBezTo>
                  <a:cubicBezTo>
                    <a:pt x="4601" y="11459"/>
                    <a:pt x="4893" y="11303"/>
                    <a:pt x="5070" y="11032"/>
                  </a:cubicBezTo>
                  <a:cubicBezTo>
                    <a:pt x="5257" y="11234"/>
                    <a:pt x="5445" y="11421"/>
                    <a:pt x="5675" y="11594"/>
                  </a:cubicBezTo>
                  <a:cubicBezTo>
                    <a:pt x="5820" y="11683"/>
                    <a:pt x="5991" y="11738"/>
                    <a:pt x="6161" y="11738"/>
                  </a:cubicBezTo>
                  <a:cubicBezTo>
                    <a:pt x="6211" y="11738"/>
                    <a:pt x="6260" y="11733"/>
                    <a:pt x="6309" y="11724"/>
                  </a:cubicBezTo>
                  <a:cubicBezTo>
                    <a:pt x="6539" y="11680"/>
                    <a:pt x="6712" y="11507"/>
                    <a:pt x="6755" y="11277"/>
                  </a:cubicBezTo>
                  <a:cubicBezTo>
                    <a:pt x="6928" y="11580"/>
                    <a:pt x="7216" y="11810"/>
                    <a:pt x="7562" y="11896"/>
                  </a:cubicBezTo>
                  <a:cubicBezTo>
                    <a:pt x="7626" y="11908"/>
                    <a:pt x="7690" y="11914"/>
                    <a:pt x="7755" y="11914"/>
                  </a:cubicBezTo>
                  <a:cubicBezTo>
                    <a:pt x="8009" y="11914"/>
                    <a:pt x="8262" y="11824"/>
                    <a:pt x="8469" y="11652"/>
                  </a:cubicBezTo>
                  <a:cubicBezTo>
                    <a:pt x="8587" y="11769"/>
                    <a:pt x="8766" y="11823"/>
                    <a:pt x="8953" y="11823"/>
                  </a:cubicBezTo>
                  <a:cubicBezTo>
                    <a:pt x="9199" y="11823"/>
                    <a:pt x="9459" y="11729"/>
                    <a:pt x="9607" y="11565"/>
                  </a:cubicBezTo>
                  <a:cubicBezTo>
                    <a:pt x="9851" y="11277"/>
                    <a:pt x="9837" y="10744"/>
                    <a:pt x="9535" y="10514"/>
                  </a:cubicBezTo>
                  <a:lnTo>
                    <a:pt x="9535" y="10514"/>
                  </a:lnTo>
                  <a:cubicBezTo>
                    <a:pt x="9751" y="10629"/>
                    <a:pt x="9981" y="10701"/>
                    <a:pt x="10226" y="10701"/>
                  </a:cubicBezTo>
                  <a:cubicBezTo>
                    <a:pt x="10238" y="10702"/>
                    <a:pt x="10251" y="10702"/>
                    <a:pt x="10263" y="10702"/>
                  </a:cubicBezTo>
                  <a:cubicBezTo>
                    <a:pt x="10494" y="10702"/>
                    <a:pt x="10708" y="10575"/>
                    <a:pt x="10831" y="10370"/>
                  </a:cubicBezTo>
                  <a:cubicBezTo>
                    <a:pt x="10946" y="10154"/>
                    <a:pt x="10874" y="9880"/>
                    <a:pt x="10672" y="9751"/>
                  </a:cubicBezTo>
                  <a:cubicBezTo>
                    <a:pt x="10845" y="9751"/>
                    <a:pt x="11107" y="9799"/>
                    <a:pt x="11318" y="9799"/>
                  </a:cubicBezTo>
                  <a:cubicBezTo>
                    <a:pt x="11389" y="9799"/>
                    <a:pt x="11454" y="9794"/>
                    <a:pt x="11508" y="9779"/>
                  </a:cubicBezTo>
                  <a:cubicBezTo>
                    <a:pt x="11738" y="9736"/>
                    <a:pt x="11940" y="9592"/>
                    <a:pt x="12069" y="9391"/>
                  </a:cubicBezTo>
                  <a:cubicBezTo>
                    <a:pt x="12170" y="9189"/>
                    <a:pt x="12170" y="8930"/>
                    <a:pt x="12040" y="8742"/>
                  </a:cubicBezTo>
                  <a:lnTo>
                    <a:pt x="12040" y="8742"/>
                  </a:lnTo>
                  <a:cubicBezTo>
                    <a:pt x="12047" y="8743"/>
                    <a:pt x="12054" y="8743"/>
                    <a:pt x="12061" y="8743"/>
                  </a:cubicBezTo>
                  <a:cubicBezTo>
                    <a:pt x="12385" y="8743"/>
                    <a:pt x="12704" y="8405"/>
                    <a:pt x="12775" y="8080"/>
                  </a:cubicBezTo>
                  <a:cubicBezTo>
                    <a:pt x="12818" y="7734"/>
                    <a:pt x="12616" y="7403"/>
                    <a:pt x="12285" y="7288"/>
                  </a:cubicBezTo>
                  <a:cubicBezTo>
                    <a:pt x="12688" y="7245"/>
                    <a:pt x="13020" y="6942"/>
                    <a:pt x="13092" y="6539"/>
                  </a:cubicBezTo>
                  <a:cubicBezTo>
                    <a:pt x="13135" y="6150"/>
                    <a:pt x="12890" y="5776"/>
                    <a:pt x="12516" y="5646"/>
                  </a:cubicBezTo>
                  <a:cubicBezTo>
                    <a:pt x="12833" y="5416"/>
                    <a:pt x="12890" y="4883"/>
                    <a:pt x="12761" y="4508"/>
                  </a:cubicBezTo>
                  <a:cubicBezTo>
                    <a:pt x="12624" y="4154"/>
                    <a:pt x="12294" y="3916"/>
                    <a:pt x="11917" y="3916"/>
                  </a:cubicBezTo>
                  <a:cubicBezTo>
                    <a:pt x="11896" y="3916"/>
                    <a:pt x="11875" y="3916"/>
                    <a:pt x="11853" y="3918"/>
                  </a:cubicBezTo>
                  <a:cubicBezTo>
                    <a:pt x="12040" y="3472"/>
                    <a:pt x="11796" y="2766"/>
                    <a:pt x="11436" y="2464"/>
                  </a:cubicBezTo>
                  <a:cubicBezTo>
                    <a:pt x="11222" y="2289"/>
                    <a:pt x="10964" y="2202"/>
                    <a:pt x="10706" y="2202"/>
                  </a:cubicBezTo>
                  <a:cubicBezTo>
                    <a:pt x="10495" y="2202"/>
                    <a:pt x="10284" y="2260"/>
                    <a:pt x="10096" y="2377"/>
                  </a:cubicBezTo>
                  <a:cubicBezTo>
                    <a:pt x="10211" y="1830"/>
                    <a:pt x="9995" y="1254"/>
                    <a:pt x="9563" y="894"/>
                  </a:cubicBezTo>
                  <a:cubicBezTo>
                    <a:pt x="9310" y="720"/>
                    <a:pt x="9017" y="632"/>
                    <a:pt x="8724" y="632"/>
                  </a:cubicBezTo>
                  <a:cubicBezTo>
                    <a:pt x="8484" y="632"/>
                    <a:pt x="8243" y="691"/>
                    <a:pt x="8022" y="807"/>
                  </a:cubicBezTo>
                  <a:cubicBezTo>
                    <a:pt x="7806" y="375"/>
                    <a:pt x="7389" y="73"/>
                    <a:pt x="691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5"/>
            <p:cNvSpPr/>
            <p:nvPr/>
          </p:nvSpPr>
          <p:spPr>
            <a:xfrm flipH="1">
              <a:off x="86924" y="2097948"/>
              <a:ext cx="767269" cy="1113764"/>
            </a:xfrm>
            <a:custGeom>
              <a:avLst/>
              <a:gdLst/>
              <a:ahLst/>
              <a:cxnLst/>
              <a:rect l="l" t="t" r="r" b="b"/>
              <a:pathLst>
                <a:path w="20638" h="29958" extrusionOk="0">
                  <a:moveTo>
                    <a:pt x="12225" y="1"/>
                  </a:moveTo>
                  <a:cubicBezTo>
                    <a:pt x="12140" y="1"/>
                    <a:pt x="12054" y="1"/>
                    <a:pt x="11968" y="3"/>
                  </a:cubicBezTo>
                  <a:cubicBezTo>
                    <a:pt x="9736" y="3"/>
                    <a:pt x="7432" y="248"/>
                    <a:pt x="7432" y="248"/>
                  </a:cubicBezTo>
                  <a:cubicBezTo>
                    <a:pt x="7144" y="277"/>
                    <a:pt x="6856" y="320"/>
                    <a:pt x="6568" y="406"/>
                  </a:cubicBezTo>
                  <a:cubicBezTo>
                    <a:pt x="6525" y="406"/>
                    <a:pt x="6496" y="421"/>
                    <a:pt x="6453" y="435"/>
                  </a:cubicBezTo>
                  <a:cubicBezTo>
                    <a:pt x="5833" y="608"/>
                    <a:pt x="5085" y="953"/>
                    <a:pt x="4710" y="1601"/>
                  </a:cubicBezTo>
                  <a:cubicBezTo>
                    <a:pt x="4422" y="2120"/>
                    <a:pt x="4235" y="4266"/>
                    <a:pt x="4120" y="6685"/>
                  </a:cubicBezTo>
                  <a:cubicBezTo>
                    <a:pt x="4048" y="7837"/>
                    <a:pt x="4552" y="13915"/>
                    <a:pt x="4552" y="14447"/>
                  </a:cubicBezTo>
                  <a:cubicBezTo>
                    <a:pt x="4364" y="15340"/>
                    <a:pt x="663" y="26343"/>
                    <a:pt x="1" y="29958"/>
                  </a:cubicBezTo>
                  <a:lnTo>
                    <a:pt x="20638" y="29958"/>
                  </a:lnTo>
                  <a:cubicBezTo>
                    <a:pt x="20638" y="29958"/>
                    <a:pt x="18146" y="19099"/>
                    <a:pt x="17671" y="16176"/>
                  </a:cubicBezTo>
                  <a:cubicBezTo>
                    <a:pt x="18420" y="11337"/>
                    <a:pt x="19270" y="7060"/>
                    <a:pt x="19327" y="4554"/>
                  </a:cubicBezTo>
                  <a:cubicBezTo>
                    <a:pt x="19371" y="3128"/>
                    <a:pt x="19270" y="2192"/>
                    <a:pt x="19025" y="1875"/>
                  </a:cubicBezTo>
                  <a:cubicBezTo>
                    <a:pt x="18449" y="1126"/>
                    <a:pt x="17383" y="694"/>
                    <a:pt x="15540" y="349"/>
                  </a:cubicBezTo>
                  <a:cubicBezTo>
                    <a:pt x="15511" y="334"/>
                    <a:pt x="15482" y="334"/>
                    <a:pt x="15439" y="320"/>
                  </a:cubicBezTo>
                  <a:cubicBezTo>
                    <a:pt x="15151" y="277"/>
                    <a:pt x="14834" y="219"/>
                    <a:pt x="14489" y="161"/>
                  </a:cubicBezTo>
                  <a:cubicBezTo>
                    <a:pt x="13738" y="58"/>
                    <a:pt x="12987" y="1"/>
                    <a:pt x="12225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5"/>
            <p:cNvSpPr/>
            <p:nvPr/>
          </p:nvSpPr>
          <p:spPr>
            <a:xfrm flipH="1">
              <a:off x="276455" y="2098023"/>
              <a:ext cx="337869" cy="227080"/>
            </a:xfrm>
            <a:custGeom>
              <a:avLst/>
              <a:gdLst/>
              <a:ahLst/>
              <a:cxnLst/>
              <a:rect l="l" t="t" r="r" b="b"/>
              <a:pathLst>
                <a:path w="9088" h="6108" extrusionOk="0">
                  <a:moveTo>
                    <a:pt x="5498" y="0"/>
                  </a:moveTo>
                  <a:cubicBezTo>
                    <a:pt x="3278" y="0"/>
                    <a:pt x="980" y="246"/>
                    <a:pt x="980" y="246"/>
                  </a:cubicBezTo>
                  <a:cubicBezTo>
                    <a:pt x="692" y="275"/>
                    <a:pt x="404" y="318"/>
                    <a:pt x="116" y="404"/>
                  </a:cubicBezTo>
                  <a:cubicBezTo>
                    <a:pt x="73" y="404"/>
                    <a:pt x="44" y="419"/>
                    <a:pt x="1" y="433"/>
                  </a:cubicBezTo>
                  <a:cubicBezTo>
                    <a:pt x="505" y="2219"/>
                    <a:pt x="1902" y="5877"/>
                    <a:pt x="2751" y="6107"/>
                  </a:cubicBezTo>
                  <a:cubicBezTo>
                    <a:pt x="4566" y="5445"/>
                    <a:pt x="7475" y="2320"/>
                    <a:pt x="9088" y="347"/>
                  </a:cubicBezTo>
                  <a:cubicBezTo>
                    <a:pt x="9059" y="332"/>
                    <a:pt x="9016" y="332"/>
                    <a:pt x="8987" y="318"/>
                  </a:cubicBezTo>
                  <a:cubicBezTo>
                    <a:pt x="8699" y="275"/>
                    <a:pt x="8382" y="217"/>
                    <a:pt x="8037" y="159"/>
                  </a:cubicBezTo>
                  <a:cubicBezTo>
                    <a:pt x="7314" y="42"/>
                    <a:pt x="6413" y="0"/>
                    <a:pt x="5498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5"/>
            <p:cNvSpPr/>
            <p:nvPr/>
          </p:nvSpPr>
          <p:spPr>
            <a:xfrm flipH="1">
              <a:off x="296271" y="2386631"/>
              <a:ext cx="152056" cy="174660"/>
            </a:xfrm>
            <a:custGeom>
              <a:avLst/>
              <a:gdLst/>
              <a:ahLst/>
              <a:cxnLst/>
              <a:rect l="l" t="t" r="r" b="b"/>
              <a:pathLst>
                <a:path w="4090" h="4698" extrusionOk="0">
                  <a:moveTo>
                    <a:pt x="0" y="0"/>
                  </a:moveTo>
                  <a:lnTo>
                    <a:pt x="0" y="3269"/>
                  </a:lnTo>
                  <a:cubicBezTo>
                    <a:pt x="0" y="3269"/>
                    <a:pt x="86" y="4234"/>
                    <a:pt x="1368" y="4594"/>
                  </a:cubicBezTo>
                  <a:cubicBezTo>
                    <a:pt x="1620" y="4666"/>
                    <a:pt x="1869" y="4698"/>
                    <a:pt x="2108" y="4698"/>
                  </a:cubicBezTo>
                  <a:cubicBezTo>
                    <a:pt x="3069" y="4698"/>
                    <a:pt x="3857" y="4183"/>
                    <a:pt x="3960" y="3687"/>
                  </a:cubicBezTo>
                  <a:cubicBezTo>
                    <a:pt x="4090" y="2996"/>
                    <a:pt x="4004" y="159"/>
                    <a:pt x="4004" y="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 flipH="1">
              <a:off x="315529" y="1776809"/>
              <a:ext cx="335750" cy="514016"/>
            </a:xfrm>
            <a:custGeom>
              <a:avLst/>
              <a:gdLst/>
              <a:ahLst/>
              <a:cxnLst/>
              <a:rect l="l" t="t" r="r" b="b"/>
              <a:pathLst>
                <a:path w="9031" h="13826" extrusionOk="0">
                  <a:moveTo>
                    <a:pt x="1038" y="0"/>
                  </a:moveTo>
                  <a:lnTo>
                    <a:pt x="1038" y="0"/>
                  </a:lnTo>
                  <a:cubicBezTo>
                    <a:pt x="692" y="418"/>
                    <a:pt x="519" y="951"/>
                    <a:pt x="563" y="1498"/>
                  </a:cubicBezTo>
                  <a:cubicBezTo>
                    <a:pt x="649" y="2290"/>
                    <a:pt x="793" y="2722"/>
                    <a:pt x="591" y="3168"/>
                  </a:cubicBezTo>
                  <a:cubicBezTo>
                    <a:pt x="390" y="3586"/>
                    <a:pt x="1" y="3557"/>
                    <a:pt x="30" y="3759"/>
                  </a:cubicBezTo>
                  <a:cubicBezTo>
                    <a:pt x="44" y="3961"/>
                    <a:pt x="692" y="4033"/>
                    <a:pt x="692" y="4609"/>
                  </a:cubicBezTo>
                  <a:cubicBezTo>
                    <a:pt x="707" y="5213"/>
                    <a:pt x="692" y="6121"/>
                    <a:pt x="908" y="6308"/>
                  </a:cubicBezTo>
                  <a:cubicBezTo>
                    <a:pt x="1112" y="6475"/>
                    <a:pt x="1466" y="6564"/>
                    <a:pt x="1923" y="6564"/>
                  </a:cubicBezTo>
                  <a:cubicBezTo>
                    <a:pt x="2175" y="6564"/>
                    <a:pt x="2459" y="6537"/>
                    <a:pt x="2766" y="6481"/>
                  </a:cubicBezTo>
                  <a:cubicBezTo>
                    <a:pt x="2867" y="6466"/>
                    <a:pt x="2939" y="6452"/>
                    <a:pt x="3025" y="6452"/>
                  </a:cubicBezTo>
                  <a:cubicBezTo>
                    <a:pt x="3077" y="6447"/>
                    <a:pt x="3126" y="6445"/>
                    <a:pt x="3170" y="6445"/>
                  </a:cubicBezTo>
                  <a:cubicBezTo>
                    <a:pt x="3654" y="6445"/>
                    <a:pt x="3703" y="6715"/>
                    <a:pt x="3716" y="6913"/>
                  </a:cubicBezTo>
                  <a:cubicBezTo>
                    <a:pt x="3760" y="7431"/>
                    <a:pt x="3587" y="7950"/>
                    <a:pt x="3241" y="8353"/>
                  </a:cubicBezTo>
                  <a:cubicBezTo>
                    <a:pt x="2924" y="8699"/>
                    <a:pt x="1974" y="8886"/>
                    <a:pt x="1974" y="8886"/>
                  </a:cubicBezTo>
                  <a:cubicBezTo>
                    <a:pt x="1974" y="8886"/>
                    <a:pt x="3040" y="13595"/>
                    <a:pt x="3990" y="13825"/>
                  </a:cubicBezTo>
                  <a:cubicBezTo>
                    <a:pt x="4782" y="13235"/>
                    <a:pt x="7518" y="10268"/>
                    <a:pt x="9031" y="8799"/>
                  </a:cubicBezTo>
                  <a:cubicBezTo>
                    <a:pt x="8066" y="8483"/>
                    <a:pt x="7101" y="7964"/>
                    <a:pt x="6784" y="7028"/>
                  </a:cubicBezTo>
                  <a:cubicBezTo>
                    <a:pt x="6467" y="6092"/>
                    <a:pt x="6741" y="3759"/>
                    <a:pt x="6741" y="3759"/>
                  </a:cubicBezTo>
                  <a:lnTo>
                    <a:pt x="6741" y="3759"/>
                  </a:lnTo>
                  <a:cubicBezTo>
                    <a:pt x="6741" y="3759"/>
                    <a:pt x="6814" y="3797"/>
                    <a:pt x="6950" y="3797"/>
                  </a:cubicBezTo>
                  <a:cubicBezTo>
                    <a:pt x="7064" y="3797"/>
                    <a:pt x="7221" y="3771"/>
                    <a:pt x="7418" y="3673"/>
                  </a:cubicBezTo>
                  <a:cubicBezTo>
                    <a:pt x="7850" y="3442"/>
                    <a:pt x="8224" y="1412"/>
                    <a:pt x="7518" y="1239"/>
                  </a:cubicBezTo>
                  <a:cubicBezTo>
                    <a:pt x="7444" y="1221"/>
                    <a:pt x="7373" y="1213"/>
                    <a:pt x="7305" y="1213"/>
                  </a:cubicBezTo>
                  <a:cubicBezTo>
                    <a:pt x="6923" y="1213"/>
                    <a:pt x="6634" y="1472"/>
                    <a:pt x="6438" y="1815"/>
                  </a:cubicBezTo>
                  <a:cubicBezTo>
                    <a:pt x="6352" y="1988"/>
                    <a:pt x="6294" y="2448"/>
                    <a:pt x="6093" y="2506"/>
                  </a:cubicBezTo>
                  <a:cubicBezTo>
                    <a:pt x="6076" y="2510"/>
                    <a:pt x="6060" y="2512"/>
                    <a:pt x="6044" y="2512"/>
                  </a:cubicBezTo>
                  <a:cubicBezTo>
                    <a:pt x="5831" y="2512"/>
                    <a:pt x="5629" y="2177"/>
                    <a:pt x="5589" y="2016"/>
                  </a:cubicBezTo>
                  <a:cubicBezTo>
                    <a:pt x="5531" y="1743"/>
                    <a:pt x="5661" y="1469"/>
                    <a:pt x="5905" y="1325"/>
                  </a:cubicBezTo>
                  <a:lnTo>
                    <a:pt x="5905" y="1325"/>
                  </a:lnTo>
                  <a:cubicBezTo>
                    <a:pt x="5823" y="1359"/>
                    <a:pt x="5739" y="1374"/>
                    <a:pt x="5658" y="1374"/>
                  </a:cubicBezTo>
                  <a:cubicBezTo>
                    <a:pt x="5287" y="1374"/>
                    <a:pt x="4968" y="1050"/>
                    <a:pt x="5027" y="648"/>
                  </a:cubicBezTo>
                  <a:lnTo>
                    <a:pt x="5027" y="648"/>
                  </a:lnTo>
                  <a:cubicBezTo>
                    <a:pt x="4943" y="1070"/>
                    <a:pt x="4587" y="1304"/>
                    <a:pt x="4228" y="1304"/>
                  </a:cubicBezTo>
                  <a:cubicBezTo>
                    <a:pt x="3974" y="1304"/>
                    <a:pt x="3719" y="1187"/>
                    <a:pt x="3558" y="936"/>
                  </a:cubicBezTo>
                  <a:cubicBezTo>
                    <a:pt x="3531" y="1313"/>
                    <a:pt x="3216" y="1589"/>
                    <a:pt x="2846" y="1589"/>
                  </a:cubicBezTo>
                  <a:cubicBezTo>
                    <a:pt x="2820" y="1589"/>
                    <a:pt x="2793" y="1587"/>
                    <a:pt x="2766" y="1584"/>
                  </a:cubicBezTo>
                  <a:cubicBezTo>
                    <a:pt x="2377" y="1527"/>
                    <a:pt x="2104" y="1138"/>
                    <a:pt x="2190" y="749"/>
                  </a:cubicBezTo>
                  <a:lnTo>
                    <a:pt x="2190" y="749"/>
                  </a:lnTo>
                  <a:cubicBezTo>
                    <a:pt x="2059" y="896"/>
                    <a:pt x="1877" y="974"/>
                    <a:pt x="1694" y="974"/>
                  </a:cubicBezTo>
                  <a:cubicBezTo>
                    <a:pt x="1555" y="974"/>
                    <a:pt x="1415" y="929"/>
                    <a:pt x="1297" y="835"/>
                  </a:cubicBezTo>
                  <a:cubicBezTo>
                    <a:pt x="1009" y="591"/>
                    <a:pt x="1225" y="187"/>
                    <a:pt x="1038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5"/>
            <p:cNvSpPr/>
            <p:nvPr/>
          </p:nvSpPr>
          <p:spPr>
            <a:xfrm flipH="1">
              <a:off x="315529" y="1894067"/>
              <a:ext cx="262399" cy="396758"/>
            </a:xfrm>
            <a:custGeom>
              <a:avLst/>
              <a:gdLst/>
              <a:ahLst/>
              <a:cxnLst/>
              <a:rect l="l" t="t" r="r" b="b"/>
              <a:pathLst>
                <a:path w="7058" h="10672" extrusionOk="0">
                  <a:moveTo>
                    <a:pt x="4336" y="0"/>
                  </a:moveTo>
                  <a:cubicBezTo>
                    <a:pt x="4278" y="302"/>
                    <a:pt x="4220" y="490"/>
                    <a:pt x="4192" y="634"/>
                  </a:cubicBezTo>
                  <a:cubicBezTo>
                    <a:pt x="3544" y="2664"/>
                    <a:pt x="1729" y="3168"/>
                    <a:pt x="1052" y="3298"/>
                  </a:cubicBezTo>
                  <a:cubicBezTo>
                    <a:pt x="1104" y="3293"/>
                    <a:pt x="1153" y="3291"/>
                    <a:pt x="1197" y="3291"/>
                  </a:cubicBezTo>
                  <a:cubicBezTo>
                    <a:pt x="1681" y="3291"/>
                    <a:pt x="1730" y="3561"/>
                    <a:pt x="1743" y="3759"/>
                  </a:cubicBezTo>
                  <a:cubicBezTo>
                    <a:pt x="1787" y="4277"/>
                    <a:pt x="1614" y="4796"/>
                    <a:pt x="1268" y="5185"/>
                  </a:cubicBezTo>
                  <a:cubicBezTo>
                    <a:pt x="951" y="5545"/>
                    <a:pt x="1" y="5732"/>
                    <a:pt x="1" y="5732"/>
                  </a:cubicBezTo>
                  <a:cubicBezTo>
                    <a:pt x="1" y="5732"/>
                    <a:pt x="1067" y="10441"/>
                    <a:pt x="2017" y="10671"/>
                  </a:cubicBezTo>
                  <a:cubicBezTo>
                    <a:pt x="2809" y="10081"/>
                    <a:pt x="5545" y="7114"/>
                    <a:pt x="7058" y="5645"/>
                  </a:cubicBezTo>
                  <a:cubicBezTo>
                    <a:pt x="6093" y="5329"/>
                    <a:pt x="5128" y="4810"/>
                    <a:pt x="4811" y="3874"/>
                  </a:cubicBezTo>
                  <a:cubicBezTo>
                    <a:pt x="4494" y="2938"/>
                    <a:pt x="4768" y="605"/>
                    <a:pt x="4768" y="605"/>
                  </a:cubicBezTo>
                  <a:cubicBezTo>
                    <a:pt x="4768" y="605"/>
                    <a:pt x="4422" y="519"/>
                    <a:pt x="4336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 flipH="1">
              <a:off x="372299" y="1838301"/>
              <a:ext cx="36434" cy="59521"/>
            </a:xfrm>
            <a:custGeom>
              <a:avLst/>
              <a:gdLst/>
              <a:ahLst/>
              <a:cxnLst/>
              <a:rect l="l" t="t" r="r" b="b"/>
              <a:pathLst>
                <a:path w="980" h="1601" extrusionOk="0">
                  <a:moveTo>
                    <a:pt x="773" y="1"/>
                  </a:moveTo>
                  <a:cubicBezTo>
                    <a:pt x="695" y="1"/>
                    <a:pt x="596" y="29"/>
                    <a:pt x="476" y="118"/>
                  </a:cubicBezTo>
                  <a:cubicBezTo>
                    <a:pt x="58" y="420"/>
                    <a:pt x="1" y="1601"/>
                    <a:pt x="447" y="1601"/>
                  </a:cubicBezTo>
                  <a:cubicBezTo>
                    <a:pt x="879" y="1601"/>
                    <a:pt x="908" y="866"/>
                    <a:pt x="606" y="794"/>
                  </a:cubicBezTo>
                  <a:cubicBezTo>
                    <a:pt x="534" y="780"/>
                    <a:pt x="476" y="766"/>
                    <a:pt x="404" y="751"/>
                  </a:cubicBezTo>
                  <a:cubicBezTo>
                    <a:pt x="404" y="751"/>
                    <a:pt x="474" y="89"/>
                    <a:pt x="964" y="89"/>
                  </a:cubicBezTo>
                  <a:cubicBezTo>
                    <a:pt x="969" y="89"/>
                    <a:pt x="975" y="89"/>
                    <a:pt x="980" y="89"/>
                  </a:cubicBezTo>
                  <a:cubicBezTo>
                    <a:pt x="980" y="89"/>
                    <a:pt x="910" y="1"/>
                    <a:pt x="77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 flipH="1">
              <a:off x="276455" y="2098580"/>
              <a:ext cx="341066" cy="538665"/>
            </a:xfrm>
            <a:custGeom>
              <a:avLst/>
              <a:gdLst/>
              <a:ahLst/>
              <a:cxnLst/>
              <a:rect l="l" t="t" r="r" b="b"/>
              <a:pathLst>
                <a:path w="9174" h="14489" extrusionOk="0">
                  <a:moveTo>
                    <a:pt x="864" y="0"/>
                  </a:moveTo>
                  <a:lnTo>
                    <a:pt x="0" y="202"/>
                  </a:lnTo>
                  <a:lnTo>
                    <a:pt x="2549" y="14488"/>
                  </a:lnTo>
                  <a:lnTo>
                    <a:pt x="9174" y="332"/>
                  </a:lnTo>
                  <a:lnTo>
                    <a:pt x="8425" y="72"/>
                  </a:lnTo>
                  <a:lnTo>
                    <a:pt x="2780" y="12544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 flipH="1">
              <a:off x="466506" y="2600774"/>
              <a:ext cx="104432" cy="125883"/>
            </a:xfrm>
            <a:custGeom>
              <a:avLst/>
              <a:gdLst/>
              <a:ahLst/>
              <a:cxnLst/>
              <a:rect l="l" t="t" r="r" b="b"/>
              <a:pathLst>
                <a:path w="2809" h="3386" extrusionOk="0">
                  <a:moveTo>
                    <a:pt x="245" y="1"/>
                  </a:moveTo>
                  <a:lnTo>
                    <a:pt x="0" y="3385"/>
                  </a:lnTo>
                  <a:lnTo>
                    <a:pt x="2808" y="3385"/>
                  </a:lnTo>
                  <a:lnTo>
                    <a:pt x="2808" y="1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 flipH="1">
              <a:off x="487400" y="2625423"/>
              <a:ext cx="63202" cy="76065"/>
            </a:xfrm>
            <a:custGeom>
              <a:avLst/>
              <a:gdLst/>
              <a:ahLst/>
              <a:cxnLst/>
              <a:rect l="l" t="t" r="r" b="b"/>
              <a:pathLst>
                <a:path w="1700" h="2046" extrusionOk="0">
                  <a:moveTo>
                    <a:pt x="159" y="0"/>
                  </a:moveTo>
                  <a:lnTo>
                    <a:pt x="0" y="2045"/>
                  </a:lnTo>
                  <a:lnTo>
                    <a:pt x="1700" y="2045"/>
                  </a:lnTo>
                  <a:lnTo>
                    <a:pt x="17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 flipH="1">
              <a:off x="2323299" y="3069248"/>
              <a:ext cx="234516" cy="337349"/>
            </a:xfrm>
            <a:custGeom>
              <a:avLst/>
              <a:gdLst/>
              <a:ahLst/>
              <a:cxnLst/>
              <a:rect l="l" t="t" r="r" b="b"/>
              <a:pathLst>
                <a:path w="6308" h="9074" extrusionOk="0">
                  <a:moveTo>
                    <a:pt x="1411" y="1"/>
                  </a:moveTo>
                  <a:lnTo>
                    <a:pt x="1411" y="1182"/>
                  </a:lnTo>
                  <a:cubicBezTo>
                    <a:pt x="605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20" y="9074"/>
                    <a:pt x="1627" y="9074"/>
                  </a:cubicBezTo>
                  <a:lnTo>
                    <a:pt x="4666" y="9074"/>
                  </a:lnTo>
                  <a:cubicBezTo>
                    <a:pt x="5573" y="9074"/>
                    <a:pt x="6308" y="8339"/>
                    <a:pt x="6308" y="7432"/>
                  </a:cubicBezTo>
                  <a:lnTo>
                    <a:pt x="6308" y="2795"/>
                  </a:lnTo>
                  <a:cubicBezTo>
                    <a:pt x="6308" y="1974"/>
                    <a:pt x="5703" y="1283"/>
                    <a:pt x="4882" y="1182"/>
                  </a:cubicBezTo>
                  <a:lnTo>
                    <a:pt x="48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 flipH="1">
              <a:off x="2376277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0" y="1"/>
                  </a:moveTo>
                  <a:lnTo>
                    <a:pt x="0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 flipH="1">
              <a:off x="2354343" y="3049990"/>
              <a:ext cx="172429" cy="39668"/>
            </a:xfrm>
            <a:custGeom>
              <a:avLst/>
              <a:gdLst/>
              <a:ahLst/>
              <a:cxnLst/>
              <a:rect l="l" t="t" r="r" b="b"/>
              <a:pathLst>
                <a:path w="4638" h="1067" extrusionOk="0">
                  <a:moveTo>
                    <a:pt x="404" y="0"/>
                  </a:moveTo>
                  <a:cubicBezTo>
                    <a:pt x="173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73" y="1066"/>
                    <a:pt x="404" y="1066"/>
                  </a:cubicBezTo>
                  <a:lnTo>
                    <a:pt x="4234" y="1066"/>
                  </a:lnTo>
                  <a:cubicBezTo>
                    <a:pt x="4450" y="1066"/>
                    <a:pt x="4638" y="879"/>
                    <a:pt x="4638" y="663"/>
                  </a:cubicBezTo>
                  <a:lnTo>
                    <a:pt x="4638" y="404"/>
                  </a:lnTo>
                  <a:cubicBezTo>
                    <a:pt x="4638" y="173"/>
                    <a:pt x="4450" y="0"/>
                    <a:pt x="42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 flipH="1">
              <a:off x="2378954" y="3179553"/>
              <a:ext cx="123206" cy="156369"/>
            </a:xfrm>
            <a:custGeom>
              <a:avLst/>
              <a:gdLst/>
              <a:ahLst/>
              <a:cxnLst/>
              <a:rect l="l" t="t" r="r" b="b"/>
              <a:pathLst>
                <a:path w="3314" h="4206" extrusionOk="0">
                  <a:moveTo>
                    <a:pt x="793" y="1"/>
                  </a:moveTo>
                  <a:cubicBezTo>
                    <a:pt x="361" y="1"/>
                    <a:pt x="1" y="361"/>
                    <a:pt x="1" y="793"/>
                  </a:cubicBezTo>
                  <a:lnTo>
                    <a:pt x="1" y="3414"/>
                  </a:lnTo>
                  <a:cubicBezTo>
                    <a:pt x="1" y="3860"/>
                    <a:pt x="361" y="4206"/>
                    <a:pt x="793" y="4206"/>
                  </a:cubicBezTo>
                  <a:lnTo>
                    <a:pt x="2521" y="4206"/>
                  </a:lnTo>
                  <a:cubicBezTo>
                    <a:pt x="2953" y="4206"/>
                    <a:pt x="3313" y="3860"/>
                    <a:pt x="3313" y="3414"/>
                  </a:cubicBezTo>
                  <a:lnTo>
                    <a:pt x="3313" y="793"/>
                  </a:lnTo>
                  <a:cubicBezTo>
                    <a:pt x="3313" y="361"/>
                    <a:pt x="2953" y="1"/>
                    <a:pt x="252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 flipH="1">
              <a:off x="2065213" y="3069248"/>
              <a:ext cx="235073" cy="337349"/>
            </a:xfrm>
            <a:custGeom>
              <a:avLst/>
              <a:gdLst/>
              <a:ahLst/>
              <a:cxnLst/>
              <a:rect l="l" t="t" r="r" b="b"/>
              <a:pathLst>
                <a:path w="6323" h="9074" extrusionOk="0">
                  <a:moveTo>
                    <a:pt x="1426" y="1"/>
                  </a:moveTo>
                  <a:lnTo>
                    <a:pt x="1426" y="1182"/>
                  </a:lnTo>
                  <a:cubicBezTo>
                    <a:pt x="605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35" y="9074"/>
                    <a:pt x="1642" y="9074"/>
                  </a:cubicBezTo>
                  <a:lnTo>
                    <a:pt x="4680" y="9074"/>
                  </a:lnTo>
                  <a:cubicBezTo>
                    <a:pt x="5588" y="9074"/>
                    <a:pt x="6322" y="8339"/>
                    <a:pt x="6322" y="7432"/>
                  </a:cubicBezTo>
                  <a:lnTo>
                    <a:pt x="6322" y="2795"/>
                  </a:lnTo>
                  <a:cubicBezTo>
                    <a:pt x="6322" y="1974"/>
                    <a:pt x="5703" y="1283"/>
                    <a:pt x="4896" y="1182"/>
                  </a:cubicBezTo>
                  <a:lnTo>
                    <a:pt x="4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5"/>
            <p:cNvSpPr/>
            <p:nvPr/>
          </p:nvSpPr>
          <p:spPr>
            <a:xfrm flipH="1">
              <a:off x="2118228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1" y="1"/>
                  </a:moveTo>
                  <a:lnTo>
                    <a:pt x="1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5"/>
            <p:cNvSpPr/>
            <p:nvPr/>
          </p:nvSpPr>
          <p:spPr>
            <a:xfrm flipH="1">
              <a:off x="2096814" y="3049990"/>
              <a:ext cx="172429" cy="39668"/>
            </a:xfrm>
            <a:custGeom>
              <a:avLst/>
              <a:gdLst/>
              <a:ahLst/>
              <a:cxnLst/>
              <a:rect l="l" t="t" r="r" b="b"/>
              <a:pathLst>
                <a:path w="4638" h="1067" extrusionOk="0">
                  <a:moveTo>
                    <a:pt x="404" y="0"/>
                  </a:moveTo>
                  <a:cubicBezTo>
                    <a:pt x="188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88" y="1066"/>
                    <a:pt x="404" y="1066"/>
                  </a:cubicBezTo>
                  <a:lnTo>
                    <a:pt x="4234" y="1066"/>
                  </a:lnTo>
                  <a:cubicBezTo>
                    <a:pt x="4465" y="1066"/>
                    <a:pt x="4638" y="879"/>
                    <a:pt x="4638" y="663"/>
                  </a:cubicBezTo>
                  <a:lnTo>
                    <a:pt x="4638" y="404"/>
                  </a:lnTo>
                  <a:cubicBezTo>
                    <a:pt x="4638" y="173"/>
                    <a:pt x="4465" y="0"/>
                    <a:pt x="423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5"/>
            <p:cNvSpPr/>
            <p:nvPr/>
          </p:nvSpPr>
          <p:spPr>
            <a:xfrm flipH="1">
              <a:off x="2121426" y="3179553"/>
              <a:ext cx="123206" cy="156369"/>
            </a:xfrm>
            <a:custGeom>
              <a:avLst/>
              <a:gdLst/>
              <a:ahLst/>
              <a:cxnLst/>
              <a:rect l="l" t="t" r="r" b="b"/>
              <a:pathLst>
                <a:path w="3314" h="4206" extrusionOk="0">
                  <a:moveTo>
                    <a:pt x="793" y="1"/>
                  </a:moveTo>
                  <a:cubicBezTo>
                    <a:pt x="361" y="1"/>
                    <a:pt x="1" y="361"/>
                    <a:pt x="1" y="793"/>
                  </a:cubicBezTo>
                  <a:lnTo>
                    <a:pt x="1" y="3414"/>
                  </a:lnTo>
                  <a:cubicBezTo>
                    <a:pt x="1" y="3860"/>
                    <a:pt x="361" y="4206"/>
                    <a:pt x="793" y="4206"/>
                  </a:cubicBezTo>
                  <a:lnTo>
                    <a:pt x="2521" y="4206"/>
                  </a:lnTo>
                  <a:cubicBezTo>
                    <a:pt x="2953" y="4206"/>
                    <a:pt x="3313" y="3860"/>
                    <a:pt x="3313" y="3414"/>
                  </a:cubicBezTo>
                  <a:lnTo>
                    <a:pt x="3313" y="793"/>
                  </a:lnTo>
                  <a:cubicBezTo>
                    <a:pt x="3313" y="361"/>
                    <a:pt x="2953" y="1"/>
                    <a:pt x="252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5"/>
            <p:cNvSpPr/>
            <p:nvPr/>
          </p:nvSpPr>
          <p:spPr>
            <a:xfrm flipH="1">
              <a:off x="1807685" y="3069248"/>
              <a:ext cx="235073" cy="337349"/>
            </a:xfrm>
            <a:custGeom>
              <a:avLst/>
              <a:gdLst/>
              <a:ahLst/>
              <a:cxnLst/>
              <a:rect l="l" t="t" r="r" b="b"/>
              <a:pathLst>
                <a:path w="6323" h="9074" extrusionOk="0">
                  <a:moveTo>
                    <a:pt x="1426" y="1"/>
                  </a:moveTo>
                  <a:lnTo>
                    <a:pt x="1426" y="1182"/>
                  </a:lnTo>
                  <a:cubicBezTo>
                    <a:pt x="619" y="1283"/>
                    <a:pt x="0" y="1974"/>
                    <a:pt x="0" y="2795"/>
                  </a:cubicBezTo>
                  <a:lnTo>
                    <a:pt x="0" y="7432"/>
                  </a:lnTo>
                  <a:cubicBezTo>
                    <a:pt x="0" y="8339"/>
                    <a:pt x="735" y="9074"/>
                    <a:pt x="1642" y="9074"/>
                  </a:cubicBezTo>
                  <a:lnTo>
                    <a:pt x="4680" y="9074"/>
                  </a:lnTo>
                  <a:cubicBezTo>
                    <a:pt x="5588" y="9074"/>
                    <a:pt x="6322" y="8339"/>
                    <a:pt x="6322" y="7432"/>
                  </a:cubicBezTo>
                  <a:lnTo>
                    <a:pt x="6322" y="2795"/>
                  </a:lnTo>
                  <a:cubicBezTo>
                    <a:pt x="6322" y="1974"/>
                    <a:pt x="5717" y="1283"/>
                    <a:pt x="4896" y="1182"/>
                  </a:cubicBezTo>
                  <a:lnTo>
                    <a:pt x="48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5"/>
            <p:cNvSpPr/>
            <p:nvPr/>
          </p:nvSpPr>
          <p:spPr>
            <a:xfrm flipH="1">
              <a:off x="1860700" y="3069248"/>
              <a:ext cx="129080" cy="43944"/>
            </a:xfrm>
            <a:custGeom>
              <a:avLst/>
              <a:gdLst/>
              <a:ahLst/>
              <a:cxnLst/>
              <a:rect l="l" t="t" r="r" b="b"/>
              <a:pathLst>
                <a:path w="3472" h="1182" extrusionOk="0">
                  <a:moveTo>
                    <a:pt x="1" y="1"/>
                  </a:moveTo>
                  <a:lnTo>
                    <a:pt x="1" y="1182"/>
                  </a:lnTo>
                  <a:lnTo>
                    <a:pt x="3471" y="1182"/>
                  </a:lnTo>
                  <a:lnTo>
                    <a:pt x="3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5"/>
            <p:cNvSpPr/>
            <p:nvPr/>
          </p:nvSpPr>
          <p:spPr>
            <a:xfrm flipH="1">
              <a:off x="1838765" y="3049990"/>
              <a:ext cx="172950" cy="39668"/>
            </a:xfrm>
            <a:custGeom>
              <a:avLst/>
              <a:gdLst/>
              <a:ahLst/>
              <a:cxnLst/>
              <a:rect l="l" t="t" r="r" b="b"/>
              <a:pathLst>
                <a:path w="4652" h="1067" extrusionOk="0">
                  <a:moveTo>
                    <a:pt x="418" y="0"/>
                  </a:moveTo>
                  <a:cubicBezTo>
                    <a:pt x="188" y="0"/>
                    <a:pt x="0" y="173"/>
                    <a:pt x="0" y="404"/>
                  </a:cubicBezTo>
                  <a:lnTo>
                    <a:pt x="0" y="663"/>
                  </a:lnTo>
                  <a:cubicBezTo>
                    <a:pt x="0" y="879"/>
                    <a:pt x="188" y="1066"/>
                    <a:pt x="418" y="1066"/>
                  </a:cubicBezTo>
                  <a:lnTo>
                    <a:pt x="4249" y="1066"/>
                  </a:lnTo>
                  <a:cubicBezTo>
                    <a:pt x="4465" y="1066"/>
                    <a:pt x="4652" y="879"/>
                    <a:pt x="4652" y="663"/>
                  </a:cubicBezTo>
                  <a:lnTo>
                    <a:pt x="4652" y="404"/>
                  </a:lnTo>
                  <a:cubicBezTo>
                    <a:pt x="4652" y="173"/>
                    <a:pt x="4465" y="0"/>
                    <a:pt x="424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5"/>
            <p:cNvSpPr/>
            <p:nvPr/>
          </p:nvSpPr>
          <p:spPr>
            <a:xfrm flipH="1">
              <a:off x="1863897" y="3179553"/>
              <a:ext cx="122649" cy="156369"/>
            </a:xfrm>
            <a:custGeom>
              <a:avLst/>
              <a:gdLst/>
              <a:ahLst/>
              <a:cxnLst/>
              <a:rect l="l" t="t" r="r" b="b"/>
              <a:pathLst>
                <a:path w="3299" h="4206" extrusionOk="0">
                  <a:moveTo>
                    <a:pt x="792" y="1"/>
                  </a:moveTo>
                  <a:cubicBezTo>
                    <a:pt x="346" y="1"/>
                    <a:pt x="0" y="361"/>
                    <a:pt x="0" y="793"/>
                  </a:cubicBezTo>
                  <a:lnTo>
                    <a:pt x="0" y="3414"/>
                  </a:lnTo>
                  <a:cubicBezTo>
                    <a:pt x="0" y="3860"/>
                    <a:pt x="346" y="4206"/>
                    <a:pt x="792" y="4206"/>
                  </a:cubicBezTo>
                  <a:lnTo>
                    <a:pt x="2520" y="4206"/>
                  </a:lnTo>
                  <a:cubicBezTo>
                    <a:pt x="2952" y="4206"/>
                    <a:pt x="3298" y="3860"/>
                    <a:pt x="3298" y="3414"/>
                  </a:cubicBezTo>
                  <a:lnTo>
                    <a:pt x="3298" y="793"/>
                  </a:lnTo>
                  <a:cubicBezTo>
                    <a:pt x="3298" y="361"/>
                    <a:pt x="2952" y="1"/>
                    <a:pt x="252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5"/>
            <p:cNvSpPr/>
            <p:nvPr/>
          </p:nvSpPr>
          <p:spPr>
            <a:xfrm flipH="1">
              <a:off x="2238163" y="4405109"/>
              <a:ext cx="26805" cy="551491"/>
            </a:xfrm>
            <a:custGeom>
              <a:avLst/>
              <a:gdLst/>
              <a:ahLst/>
              <a:cxnLst/>
              <a:rect l="l" t="t" r="r" b="b"/>
              <a:pathLst>
                <a:path w="721" h="14834" extrusionOk="0">
                  <a:moveTo>
                    <a:pt x="332" y="0"/>
                  </a:moveTo>
                  <a:cubicBezTo>
                    <a:pt x="145" y="0"/>
                    <a:pt x="1" y="144"/>
                    <a:pt x="1" y="331"/>
                  </a:cubicBezTo>
                  <a:lnTo>
                    <a:pt x="58" y="14488"/>
                  </a:lnTo>
                  <a:cubicBezTo>
                    <a:pt x="58" y="14675"/>
                    <a:pt x="202" y="14833"/>
                    <a:pt x="389" y="14833"/>
                  </a:cubicBezTo>
                  <a:cubicBezTo>
                    <a:pt x="577" y="14833"/>
                    <a:pt x="721" y="14675"/>
                    <a:pt x="721" y="14488"/>
                  </a:cubicBezTo>
                  <a:lnTo>
                    <a:pt x="663" y="331"/>
                  </a:lnTo>
                  <a:cubicBezTo>
                    <a:pt x="663" y="144"/>
                    <a:pt x="519" y="0"/>
                    <a:pt x="33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5"/>
            <p:cNvSpPr/>
            <p:nvPr/>
          </p:nvSpPr>
          <p:spPr>
            <a:xfrm flipH="1">
              <a:off x="2048521" y="4481212"/>
              <a:ext cx="405458" cy="398803"/>
            </a:xfrm>
            <a:custGeom>
              <a:avLst/>
              <a:gdLst/>
              <a:ahLst/>
              <a:cxnLst/>
              <a:rect l="l" t="t" r="r" b="b"/>
              <a:pathLst>
                <a:path w="10906" h="10727" extrusionOk="0">
                  <a:moveTo>
                    <a:pt x="10427" y="0"/>
                  </a:moveTo>
                  <a:cubicBezTo>
                    <a:pt x="10350" y="0"/>
                    <a:pt x="10270" y="29"/>
                    <a:pt x="10197" y="99"/>
                  </a:cubicBezTo>
                  <a:lnTo>
                    <a:pt x="217" y="10151"/>
                  </a:lnTo>
                  <a:cubicBezTo>
                    <a:pt x="1" y="10367"/>
                    <a:pt x="159" y="10727"/>
                    <a:pt x="462" y="10727"/>
                  </a:cubicBezTo>
                  <a:cubicBezTo>
                    <a:pt x="548" y="10727"/>
                    <a:pt x="635" y="10684"/>
                    <a:pt x="692" y="10626"/>
                  </a:cubicBezTo>
                  <a:lnTo>
                    <a:pt x="10672" y="574"/>
                  </a:lnTo>
                  <a:cubicBezTo>
                    <a:pt x="10905" y="330"/>
                    <a:pt x="10685" y="0"/>
                    <a:pt x="1042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5"/>
            <p:cNvSpPr/>
            <p:nvPr/>
          </p:nvSpPr>
          <p:spPr>
            <a:xfrm flipH="1">
              <a:off x="1971526" y="4666913"/>
              <a:ext cx="560079" cy="27325"/>
            </a:xfrm>
            <a:custGeom>
              <a:avLst/>
              <a:gdLst/>
              <a:ahLst/>
              <a:cxnLst/>
              <a:rect l="l" t="t" r="r" b="b"/>
              <a:pathLst>
                <a:path w="15065" h="735" extrusionOk="0">
                  <a:moveTo>
                    <a:pt x="14618" y="0"/>
                  </a:moveTo>
                  <a:lnTo>
                    <a:pt x="447" y="58"/>
                  </a:lnTo>
                  <a:cubicBezTo>
                    <a:pt x="1" y="58"/>
                    <a:pt x="1" y="735"/>
                    <a:pt x="447" y="735"/>
                  </a:cubicBezTo>
                  <a:lnTo>
                    <a:pt x="14618" y="677"/>
                  </a:lnTo>
                  <a:cubicBezTo>
                    <a:pt x="15064" y="677"/>
                    <a:pt x="15064" y="0"/>
                    <a:pt x="14618" y="0"/>
                  </a:cubicBezTo>
                  <a:close/>
                </a:path>
              </a:pathLst>
            </a:custGeom>
            <a:solidFill>
              <a:srgbClr val="C0D5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5"/>
            <p:cNvSpPr/>
            <p:nvPr/>
          </p:nvSpPr>
          <p:spPr>
            <a:xfrm flipH="1">
              <a:off x="2048074" y="4482587"/>
              <a:ext cx="407986" cy="395829"/>
            </a:xfrm>
            <a:custGeom>
              <a:avLst/>
              <a:gdLst/>
              <a:ahLst/>
              <a:cxnLst/>
              <a:rect l="l" t="t" r="r" b="b"/>
              <a:pathLst>
                <a:path w="10974" h="10647" extrusionOk="0">
                  <a:moveTo>
                    <a:pt x="472" y="1"/>
                  </a:moveTo>
                  <a:cubicBezTo>
                    <a:pt x="216" y="1"/>
                    <a:pt x="1" y="337"/>
                    <a:pt x="244" y="580"/>
                  </a:cubicBezTo>
                  <a:lnTo>
                    <a:pt x="10296" y="10560"/>
                  </a:lnTo>
                  <a:cubicBezTo>
                    <a:pt x="10354" y="10618"/>
                    <a:pt x="10440" y="10647"/>
                    <a:pt x="10527" y="10647"/>
                  </a:cubicBezTo>
                  <a:cubicBezTo>
                    <a:pt x="10829" y="10647"/>
                    <a:pt x="10973" y="10287"/>
                    <a:pt x="10757" y="10071"/>
                  </a:cubicBezTo>
                  <a:lnTo>
                    <a:pt x="705" y="105"/>
                  </a:lnTo>
                  <a:cubicBezTo>
                    <a:pt x="631" y="31"/>
                    <a:pt x="550" y="1"/>
                    <a:pt x="47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5"/>
            <p:cNvSpPr/>
            <p:nvPr/>
          </p:nvSpPr>
          <p:spPr>
            <a:xfrm flipH="1">
              <a:off x="1988144" y="4417415"/>
              <a:ext cx="547216" cy="526545"/>
            </a:xfrm>
            <a:custGeom>
              <a:avLst/>
              <a:gdLst/>
              <a:ahLst/>
              <a:cxnLst/>
              <a:rect l="l" t="t" r="r" b="b"/>
              <a:pathLst>
                <a:path w="14719" h="14163" extrusionOk="0">
                  <a:moveTo>
                    <a:pt x="7597" y="2174"/>
                  </a:moveTo>
                  <a:cubicBezTo>
                    <a:pt x="10114" y="2174"/>
                    <a:pt x="12530" y="4131"/>
                    <a:pt x="12530" y="7086"/>
                  </a:cubicBezTo>
                  <a:cubicBezTo>
                    <a:pt x="12530" y="9779"/>
                    <a:pt x="10341" y="11982"/>
                    <a:pt x="7634" y="11982"/>
                  </a:cubicBezTo>
                  <a:cubicBezTo>
                    <a:pt x="3270" y="11982"/>
                    <a:pt x="1095" y="6697"/>
                    <a:pt x="4177" y="3615"/>
                  </a:cubicBezTo>
                  <a:cubicBezTo>
                    <a:pt x="5173" y="2620"/>
                    <a:pt x="6396" y="2174"/>
                    <a:pt x="7597" y="2174"/>
                  </a:cubicBezTo>
                  <a:close/>
                  <a:moveTo>
                    <a:pt x="7634" y="0"/>
                  </a:moveTo>
                  <a:cubicBezTo>
                    <a:pt x="4768" y="0"/>
                    <a:pt x="2190" y="1728"/>
                    <a:pt x="1095" y="4378"/>
                  </a:cubicBezTo>
                  <a:cubicBezTo>
                    <a:pt x="1" y="7014"/>
                    <a:pt x="606" y="10067"/>
                    <a:pt x="2622" y="12083"/>
                  </a:cubicBezTo>
                  <a:cubicBezTo>
                    <a:pt x="3981" y="13442"/>
                    <a:pt x="5791" y="14162"/>
                    <a:pt x="7634" y="14162"/>
                  </a:cubicBezTo>
                  <a:cubicBezTo>
                    <a:pt x="8545" y="14162"/>
                    <a:pt x="9464" y="13986"/>
                    <a:pt x="10341" y="13624"/>
                  </a:cubicBezTo>
                  <a:cubicBezTo>
                    <a:pt x="12991" y="12529"/>
                    <a:pt x="14719" y="9952"/>
                    <a:pt x="14719" y="7086"/>
                  </a:cubicBezTo>
                  <a:cubicBezTo>
                    <a:pt x="14719" y="3169"/>
                    <a:pt x="11551" y="0"/>
                    <a:pt x="7634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5"/>
            <p:cNvSpPr/>
            <p:nvPr/>
          </p:nvSpPr>
          <p:spPr>
            <a:xfrm flipH="1">
              <a:off x="1937248" y="4398306"/>
              <a:ext cx="610417" cy="566845"/>
            </a:xfrm>
            <a:custGeom>
              <a:avLst/>
              <a:gdLst/>
              <a:ahLst/>
              <a:cxnLst/>
              <a:rect l="l" t="t" r="r" b="b"/>
              <a:pathLst>
                <a:path w="16419" h="15247" extrusionOk="0">
                  <a:moveTo>
                    <a:pt x="7965" y="1090"/>
                  </a:moveTo>
                  <a:cubicBezTo>
                    <a:pt x="8829" y="1090"/>
                    <a:pt x="9693" y="1263"/>
                    <a:pt x="10499" y="1594"/>
                  </a:cubicBezTo>
                  <a:cubicBezTo>
                    <a:pt x="13567" y="2890"/>
                    <a:pt x="15151" y="6304"/>
                    <a:pt x="14172" y="9486"/>
                  </a:cubicBezTo>
                  <a:cubicBezTo>
                    <a:pt x="13322" y="12246"/>
                    <a:pt x="10774" y="14052"/>
                    <a:pt x="7990" y="14052"/>
                  </a:cubicBezTo>
                  <a:cubicBezTo>
                    <a:pt x="7563" y="14052"/>
                    <a:pt x="7130" y="14010"/>
                    <a:pt x="6697" y="13922"/>
                  </a:cubicBezTo>
                  <a:cubicBezTo>
                    <a:pt x="3428" y="13259"/>
                    <a:pt x="1196" y="10249"/>
                    <a:pt x="1527" y="6937"/>
                  </a:cubicBezTo>
                  <a:cubicBezTo>
                    <a:pt x="1844" y="3625"/>
                    <a:pt x="4638" y="1090"/>
                    <a:pt x="7965" y="1090"/>
                  </a:cubicBezTo>
                  <a:close/>
                  <a:moveTo>
                    <a:pt x="7993" y="1"/>
                  </a:moveTo>
                  <a:cubicBezTo>
                    <a:pt x="7489" y="1"/>
                    <a:pt x="6978" y="51"/>
                    <a:pt x="6467" y="154"/>
                  </a:cubicBezTo>
                  <a:cubicBezTo>
                    <a:pt x="2622" y="917"/>
                    <a:pt x="1" y="4475"/>
                    <a:pt x="389" y="8377"/>
                  </a:cubicBezTo>
                  <a:cubicBezTo>
                    <a:pt x="764" y="12266"/>
                    <a:pt x="4047" y="15247"/>
                    <a:pt x="7965" y="15247"/>
                  </a:cubicBezTo>
                  <a:cubicBezTo>
                    <a:pt x="8987" y="15247"/>
                    <a:pt x="9995" y="15045"/>
                    <a:pt x="10946" y="14642"/>
                  </a:cubicBezTo>
                  <a:cubicBezTo>
                    <a:pt x="14546" y="13130"/>
                    <a:pt x="16418" y="9112"/>
                    <a:pt x="15266" y="5367"/>
                  </a:cubicBezTo>
                  <a:cubicBezTo>
                    <a:pt x="14267" y="2121"/>
                    <a:pt x="11277" y="1"/>
                    <a:pt x="799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5"/>
            <p:cNvSpPr/>
            <p:nvPr/>
          </p:nvSpPr>
          <p:spPr>
            <a:xfrm flipH="1">
              <a:off x="2166410" y="4617096"/>
              <a:ext cx="148896" cy="127556"/>
            </a:xfrm>
            <a:custGeom>
              <a:avLst/>
              <a:gdLst/>
              <a:ahLst/>
              <a:cxnLst/>
              <a:rect l="l" t="t" r="r" b="b"/>
              <a:pathLst>
                <a:path w="4005" h="3431" extrusionOk="0">
                  <a:moveTo>
                    <a:pt x="1715" y="1"/>
                  </a:moveTo>
                  <a:cubicBezTo>
                    <a:pt x="764" y="1"/>
                    <a:pt x="1" y="764"/>
                    <a:pt x="1" y="1715"/>
                  </a:cubicBezTo>
                  <a:cubicBezTo>
                    <a:pt x="1" y="2747"/>
                    <a:pt x="844" y="3430"/>
                    <a:pt x="1724" y="3430"/>
                  </a:cubicBezTo>
                  <a:cubicBezTo>
                    <a:pt x="2145" y="3430"/>
                    <a:pt x="2575" y="3274"/>
                    <a:pt x="2924" y="2924"/>
                  </a:cubicBezTo>
                  <a:cubicBezTo>
                    <a:pt x="4004" y="1844"/>
                    <a:pt x="3241" y="1"/>
                    <a:pt x="171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 flipH="1">
              <a:off x="1038334" y="3061217"/>
              <a:ext cx="596996" cy="477099"/>
            </a:xfrm>
            <a:custGeom>
              <a:avLst/>
              <a:gdLst/>
              <a:ahLst/>
              <a:cxnLst/>
              <a:rect l="l" t="t" r="r" b="b"/>
              <a:pathLst>
                <a:path w="16058" h="12833" extrusionOk="0">
                  <a:moveTo>
                    <a:pt x="3932" y="1"/>
                  </a:moveTo>
                  <a:cubicBezTo>
                    <a:pt x="1772" y="1"/>
                    <a:pt x="0" y="1758"/>
                    <a:pt x="0" y="3932"/>
                  </a:cubicBezTo>
                  <a:lnTo>
                    <a:pt x="0" y="12832"/>
                  </a:lnTo>
                  <a:lnTo>
                    <a:pt x="1685" y="12832"/>
                  </a:lnTo>
                  <a:lnTo>
                    <a:pt x="1685" y="3932"/>
                  </a:lnTo>
                  <a:cubicBezTo>
                    <a:pt x="1685" y="2694"/>
                    <a:pt x="2693" y="1686"/>
                    <a:pt x="3932" y="1686"/>
                  </a:cubicBezTo>
                  <a:lnTo>
                    <a:pt x="15208" y="1686"/>
                  </a:lnTo>
                  <a:cubicBezTo>
                    <a:pt x="15669" y="1686"/>
                    <a:pt x="16058" y="1311"/>
                    <a:pt x="16058" y="850"/>
                  </a:cubicBezTo>
                  <a:cubicBezTo>
                    <a:pt x="16058" y="375"/>
                    <a:pt x="15669" y="1"/>
                    <a:pt x="15208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 flipH="1">
              <a:off x="1241769" y="3252384"/>
              <a:ext cx="651090" cy="140308"/>
            </a:xfrm>
            <a:custGeom>
              <a:avLst/>
              <a:gdLst/>
              <a:ahLst/>
              <a:cxnLst/>
              <a:rect l="l" t="t" r="r" b="b"/>
              <a:pathLst>
                <a:path w="17513" h="3774" extrusionOk="0">
                  <a:moveTo>
                    <a:pt x="1037" y="0"/>
                  </a:moveTo>
                  <a:cubicBezTo>
                    <a:pt x="461" y="0"/>
                    <a:pt x="0" y="461"/>
                    <a:pt x="0" y="1051"/>
                  </a:cubicBezTo>
                  <a:lnTo>
                    <a:pt x="0" y="2736"/>
                  </a:lnTo>
                  <a:cubicBezTo>
                    <a:pt x="0" y="3312"/>
                    <a:pt x="461" y="3773"/>
                    <a:pt x="1037" y="3773"/>
                  </a:cubicBezTo>
                  <a:lnTo>
                    <a:pt x="16461" y="3773"/>
                  </a:lnTo>
                  <a:cubicBezTo>
                    <a:pt x="17052" y="3773"/>
                    <a:pt x="17512" y="3312"/>
                    <a:pt x="17512" y="2736"/>
                  </a:cubicBezTo>
                  <a:lnTo>
                    <a:pt x="17512" y="1051"/>
                  </a:lnTo>
                  <a:cubicBezTo>
                    <a:pt x="17512" y="461"/>
                    <a:pt x="17052" y="0"/>
                    <a:pt x="1646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 flipH="1">
              <a:off x="1160387" y="3068727"/>
              <a:ext cx="171388" cy="119228"/>
            </a:xfrm>
            <a:custGeom>
              <a:avLst/>
              <a:gdLst/>
              <a:ahLst/>
              <a:cxnLst/>
              <a:rect l="l" t="t" r="r" b="b"/>
              <a:pathLst>
                <a:path w="4610" h="3207" extrusionOk="0">
                  <a:moveTo>
                    <a:pt x="1427" y="0"/>
                  </a:moveTo>
                  <a:cubicBezTo>
                    <a:pt x="1311" y="0"/>
                    <a:pt x="1182" y="29"/>
                    <a:pt x="1095" y="116"/>
                  </a:cubicBezTo>
                  <a:cubicBezTo>
                    <a:pt x="937" y="274"/>
                    <a:pt x="1" y="2621"/>
                    <a:pt x="44" y="2679"/>
                  </a:cubicBezTo>
                  <a:cubicBezTo>
                    <a:pt x="166" y="2814"/>
                    <a:pt x="421" y="2852"/>
                    <a:pt x="665" y="2852"/>
                  </a:cubicBezTo>
                  <a:cubicBezTo>
                    <a:pt x="967" y="2852"/>
                    <a:pt x="1254" y="2794"/>
                    <a:pt x="1254" y="2794"/>
                  </a:cubicBezTo>
                  <a:cubicBezTo>
                    <a:pt x="1254" y="2794"/>
                    <a:pt x="1686" y="3082"/>
                    <a:pt x="1888" y="3183"/>
                  </a:cubicBezTo>
                  <a:cubicBezTo>
                    <a:pt x="1918" y="3200"/>
                    <a:pt x="1951" y="3207"/>
                    <a:pt x="1983" y="3207"/>
                  </a:cubicBezTo>
                  <a:cubicBezTo>
                    <a:pt x="2180" y="3207"/>
                    <a:pt x="2392" y="2953"/>
                    <a:pt x="2392" y="2953"/>
                  </a:cubicBezTo>
                  <a:cubicBezTo>
                    <a:pt x="2608" y="3025"/>
                    <a:pt x="2824" y="3082"/>
                    <a:pt x="3040" y="3097"/>
                  </a:cubicBezTo>
                  <a:cubicBezTo>
                    <a:pt x="3155" y="3068"/>
                    <a:pt x="3342" y="2737"/>
                    <a:pt x="3342" y="2737"/>
                  </a:cubicBezTo>
                  <a:lnTo>
                    <a:pt x="3630" y="2780"/>
                  </a:lnTo>
                  <a:lnTo>
                    <a:pt x="4091" y="2866"/>
                  </a:lnTo>
                  <a:cubicBezTo>
                    <a:pt x="4221" y="2665"/>
                    <a:pt x="4321" y="2449"/>
                    <a:pt x="4393" y="2218"/>
                  </a:cubicBezTo>
                  <a:cubicBezTo>
                    <a:pt x="4437" y="1973"/>
                    <a:pt x="4609" y="879"/>
                    <a:pt x="4480" y="677"/>
                  </a:cubicBezTo>
                  <a:cubicBezTo>
                    <a:pt x="4404" y="602"/>
                    <a:pt x="4307" y="559"/>
                    <a:pt x="4197" y="559"/>
                  </a:cubicBezTo>
                  <a:cubicBezTo>
                    <a:pt x="4181" y="559"/>
                    <a:pt x="4165" y="560"/>
                    <a:pt x="4149" y="562"/>
                  </a:cubicBezTo>
                  <a:cubicBezTo>
                    <a:pt x="4127" y="560"/>
                    <a:pt x="4105" y="558"/>
                    <a:pt x="4084" y="558"/>
                  </a:cubicBezTo>
                  <a:cubicBezTo>
                    <a:pt x="3976" y="558"/>
                    <a:pt x="3870" y="588"/>
                    <a:pt x="3774" y="648"/>
                  </a:cubicBezTo>
                  <a:cubicBezTo>
                    <a:pt x="3688" y="721"/>
                    <a:pt x="3673" y="1383"/>
                    <a:pt x="3673" y="1441"/>
                  </a:cubicBezTo>
                  <a:cubicBezTo>
                    <a:pt x="3673" y="1441"/>
                    <a:pt x="3572" y="1239"/>
                    <a:pt x="3486" y="1081"/>
                  </a:cubicBezTo>
                  <a:cubicBezTo>
                    <a:pt x="3385" y="951"/>
                    <a:pt x="3227" y="865"/>
                    <a:pt x="3054" y="850"/>
                  </a:cubicBezTo>
                  <a:cubicBezTo>
                    <a:pt x="2996" y="836"/>
                    <a:pt x="2924" y="836"/>
                    <a:pt x="2852" y="821"/>
                  </a:cubicBezTo>
                  <a:cubicBezTo>
                    <a:pt x="2780" y="677"/>
                    <a:pt x="1931" y="677"/>
                    <a:pt x="1931" y="677"/>
                  </a:cubicBezTo>
                  <a:cubicBezTo>
                    <a:pt x="1945" y="519"/>
                    <a:pt x="1916" y="360"/>
                    <a:pt x="1873" y="216"/>
                  </a:cubicBezTo>
                  <a:cubicBezTo>
                    <a:pt x="1859" y="188"/>
                    <a:pt x="1844" y="159"/>
                    <a:pt x="1830" y="144"/>
                  </a:cubicBezTo>
                  <a:cubicBezTo>
                    <a:pt x="1715" y="44"/>
                    <a:pt x="1571" y="0"/>
                    <a:pt x="1427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5"/>
            <p:cNvSpPr/>
            <p:nvPr/>
          </p:nvSpPr>
          <p:spPr>
            <a:xfrm flipH="1">
              <a:off x="1259428" y="3076757"/>
              <a:ext cx="21451" cy="71232"/>
            </a:xfrm>
            <a:custGeom>
              <a:avLst/>
              <a:gdLst/>
              <a:ahLst/>
              <a:cxnLst/>
              <a:rect l="l" t="t" r="r" b="b"/>
              <a:pathLst>
                <a:path w="577" h="1916" extrusionOk="0">
                  <a:moveTo>
                    <a:pt x="504" y="0"/>
                  </a:moveTo>
                  <a:cubicBezTo>
                    <a:pt x="432" y="188"/>
                    <a:pt x="274" y="447"/>
                    <a:pt x="158" y="821"/>
                  </a:cubicBezTo>
                  <a:cubicBezTo>
                    <a:pt x="29" y="1181"/>
                    <a:pt x="0" y="1556"/>
                    <a:pt x="58" y="1916"/>
                  </a:cubicBezTo>
                  <a:lnTo>
                    <a:pt x="562" y="461"/>
                  </a:lnTo>
                  <a:cubicBezTo>
                    <a:pt x="576" y="303"/>
                    <a:pt x="547" y="144"/>
                    <a:pt x="504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 flipH="1">
              <a:off x="1212324" y="3099250"/>
              <a:ext cx="26805" cy="58926"/>
            </a:xfrm>
            <a:custGeom>
              <a:avLst/>
              <a:gdLst/>
              <a:ahLst/>
              <a:cxnLst/>
              <a:rect l="l" t="t" r="r" b="b"/>
              <a:pathLst>
                <a:path w="721" h="1585" extrusionOk="0">
                  <a:moveTo>
                    <a:pt x="360" y="0"/>
                  </a:moveTo>
                  <a:cubicBezTo>
                    <a:pt x="360" y="0"/>
                    <a:pt x="159" y="1037"/>
                    <a:pt x="0" y="1584"/>
                  </a:cubicBezTo>
                  <a:cubicBezTo>
                    <a:pt x="346" y="1138"/>
                    <a:pt x="720" y="879"/>
                    <a:pt x="562" y="29"/>
                  </a:cubicBezTo>
                  <a:cubicBezTo>
                    <a:pt x="504" y="15"/>
                    <a:pt x="432" y="15"/>
                    <a:pt x="360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5"/>
            <p:cNvSpPr/>
            <p:nvPr/>
          </p:nvSpPr>
          <p:spPr>
            <a:xfrm flipH="1">
              <a:off x="1180240" y="3092744"/>
              <a:ext cx="27288" cy="79337"/>
            </a:xfrm>
            <a:custGeom>
              <a:avLst/>
              <a:gdLst/>
              <a:ahLst/>
              <a:cxnLst/>
              <a:rect l="l" t="t" r="r" b="b"/>
              <a:pathLst>
                <a:path w="734" h="2134" extrusionOk="0">
                  <a:moveTo>
                    <a:pt x="435" y="1"/>
                  </a:moveTo>
                  <a:cubicBezTo>
                    <a:pt x="434" y="1"/>
                    <a:pt x="433" y="1"/>
                    <a:pt x="432" y="2"/>
                  </a:cubicBezTo>
                  <a:cubicBezTo>
                    <a:pt x="360" y="75"/>
                    <a:pt x="346" y="737"/>
                    <a:pt x="346" y="795"/>
                  </a:cubicBezTo>
                  <a:cubicBezTo>
                    <a:pt x="374" y="953"/>
                    <a:pt x="403" y="1126"/>
                    <a:pt x="389" y="1284"/>
                  </a:cubicBezTo>
                  <a:cubicBezTo>
                    <a:pt x="389" y="1529"/>
                    <a:pt x="0" y="2091"/>
                    <a:pt x="0" y="2091"/>
                  </a:cubicBezTo>
                  <a:lnTo>
                    <a:pt x="288" y="2134"/>
                  </a:lnTo>
                  <a:cubicBezTo>
                    <a:pt x="446" y="1947"/>
                    <a:pt x="562" y="1731"/>
                    <a:pt x="677" y="1515"/>
                  </a:cubicBezTo>
                  <a:cubicBezTo>
                    <a:pt x="733" y="1373"/>
                    <a:pt x="485" y="1"/>
                    <a:pt x="435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5"/>
            <p:cNvSpPr/>
            <p:nvPr/>
          </p:nvSpPr>
          <p:spPr>
            <a:xfrm flipH="1">
              <a:off x="617484" y="3061217"/>
              <a:ext cx="596476" cy="477099"/>
            </a:xfrm>
            <a:custGeom>
              <a:avLst/>
              <a:gdLst/>
              <a:ahLst/>
              <a:cxnLst/>
              <a:rect l="l" t="t" r="r" b="b"/>
              <a:pathLst>
                <a:path w="16044" h="12833" extrusionOk="0">
                  <a:moveTo>
                    <a:pt x="3932" y="1"/>
                  </a:moveTo>
                  <a:cubicBezTo>
                    <a:pt x="1757" y="1"/>
                    <a:pt x="0" y="1758"/>
                    <a:pt x="0" y="3932"/>
                  </a:cubicBezTo>
                  <a:lnTo>
                    <a:pt x="0" y="12832"/>
                  </a:lnTo>
                  <a:lnTo>
                    <a:pt x="1671" y="12832"/>
                  </a:lnTo>
                  <a:lnTo>
                    <a:pt x="1671" y="3932"/>
                  </a:lnTo>
                  <a:cubicBezTo>
                    <a:pt x="1671" y="2694"/>
                    <a:pt x="2679" y="1686"/>
                    <a:pt x="3932" y="1686"/>
                  </a:cubicBezTo>
                  <a:lnTo>
                    <a:pt x="15194" y="1686"/>
                  </a:lnTo>
                  <a:cubicBezTo>
                    <a:pt x="15669" y="1686"/>
                    <a:pt x="16043" y="1311"/>
                    <a:pt x="16043" y="850"/>
                  </a:cubicBezTo>
                  <a:cubicBezTo>
                    <a:pt x="16043" y="375"/>
                    <a:pt x="15669" y="1"/>
                    <a:pt x="15194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5"/>
            <p:cNvSpPr/>
            <p:nvPr/>
          </p:nvSpPr>
          <p:spPr>
            <a:xfrm flipH="1">
              <a:off x="1557666" y="3316069"/>
              <a:ext cx="1085843" cy="1411369"/>
            </a:xfrm>
            <a:custGeom>
              <a:avLst/>
              <a:gdLst/>
              <a:ahLst/>
              <a:cxnLst/>
              <a:rect l="l" t="t" r="r" b="b"/>
              <a:pathLst>
                <a:path w="29207" h="37963" extrusionOk="0">
                  <a:moveTo>
                    <a:pt x="26686" y="2521"/>
                  </a:moveTo>
                  <a:lnTo>
                    <a:pt x="26686" y="35442"/>
                  </a:lnTo>
                  <a:lnTo>
                    <a:pt x="4609" y="35442"/>
                  </a:lnTo>
                  <a:cubicBezTo>
                    <a:pt x="3457" y="35442"/>
                    <a:pt x="2521" y="34506"/>
                    <a:pt x="2521" y="33354"/>
                  </a:cubicBezTo>
                  <a:lnTo>
                    <a:pt x="2521" y="2521"/>
                  </a:lnTo>
                  <a:close/>
                  <a:moveTo>
                    <a:pt x="1" y="1"/>
                  </a:moveTo>
                  <a:lnTo>
                    <a:pt x="1" y="35932"/>
                  </a:lnTo>
                  <a:cubicBezTo>
                    <a:pt x="1" y="37055"/>
                    <a:pt x="923" y="37963"/>
                    <a:pt x="2046" y="37963"/>
                  </a:cubicBezTo>
                  <a:lnTo>
                    <a:pt x="29207" y="37963"/>
                  </a:lnTo>
                  <a:lnTo>
                    <a:pt x="2920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 flipH="1">
              <a:off x="1137374" y="3316069"/>
              <a:ext cx="1086364" cy="1411369"/>
            </a:xfrm>
            <a:custGeom>
              <a:avLst/>
              <a:gdLst/>
              <a:ahLst/>
              <a:cxnLst/>
              <a:rect l="l" t="t" r="r" b="b"/>
              <a:pathLst>
                <a:path w="29221" h="37963" extrusionOk="0">
                  <a:moveTo>
                    <a:pt x="26686" y="2521"/>
                  </a:moveTo>
                  <a:lnTo>
                    <a:pt x="26686" y="33873"/>
                  </a:lnTo>
                  <a:cubicBezTo>
                    <a:pt x="26686" y="34737"/>
                    <a:pt x="25995" y="35442"/>
                    <a:pt x="25116" y="35442"/>
                  </a:cubicBezTo>
                  <a:lnTo>
                    <a:pt x="2521" y="35442"/>
                  </a:lnTo>
                  <a:lnTo>
                    <a:pt x="2535" y="2521"/>
                  </a:lnTo>
                  <a:close/>
                  <a:moveTo>
                    <a:pt x="0" y="1"/>
                  </a:moveTo>
                  <a:lnTo>
                    <a:pt x="0" y="37963"/>
                  </a:lnTo>
                  <a:lnTo>
                    <a:pt x="26988" y="37963"/>
                  </a:lnTo>
                  <a:cubicBezTo>
                    <a:pt x="28213" y="37963"/>
                    <a:pt x="29206" y="36969"/>
                    <a:pt x="29221" y="35745"/>
                  </a:cubicBezTo>
                  <a:lnTo>
                    <a:pt x="29221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5"/>
            <p:cNvSpPr/>
            <p:nvPr/>
          </p:nvSpPr>
          <p:spPr>
            <a:xfrm flipH="1">
              <a:off x="1137895" y="3316069"/>
              <a:ext cx="1505614" cy="304707"/>
            </a:xfrm>
            <a:custGeom>
              <a:avLst/>
              <a:gdLst/>
              <a:ahLst/>
              <a:cxnLst/>
              <a:rect l="l" t="t" r="r" b="b"/>
              <a:pathLst>
                <a:path w="40498" h="8196" extrusionOk="0">
                  <a:moveTo>
                    <a:pt x="1" y="1"/>
                  </a:moveTo>
                  <a:lnTo>
                    <a:pt x="1" y="8195"/>
                  </a:lnTo>
                  <a:lnTo>
                    <a:pt x="40497" y="8195"/>
                  </a:lnTo>
                  <a:lnTo>
                    <a:pt x="40497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5"/>
            <p:cNvSpPr/>
            <p:nvPr/>
          </p:nvSpPr>
          <p:spPr>
            <a:xfrm flipH="1">
              <a:off x="1137895" y="3316069"/>
              <a:ext cx="989479" cy="304707"/>
            </a:xfrm>
            <a:custGeom>
              <a:avLst/>
              <a:gdLst/>
              <a:ahLst/>
              <a:cxnLst/>
              <a:rect l="l" t="t" r="r" b="b"/>
              <a:pathLst>
                <a:path w="26615" h="8196" extrusionOk="0">
                  <a:moveTo>
                    <a:pt x="1" y="1"/>
                  </a:moveTo>
                  <a:lnTo>
                    <a:pt x="1" y="8195"/>
                  </a:lnTo>
                  <a:lnTo>
                    <a:pt x="26614" y="8195"/>
                  </a:lnTo>
                  <a:lnTo>
                    <a:pt x="26614" y="1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5"/>
            <p:cNvSpPr/>
            <p:nvPr/>
          </p:nvSpPr>
          <p:spPr>
            <a:xfrm flipH="1">
              <a:off x="1695260" y="4405109"/>
              <a:ext cx="26805" cy="551491"/>
            </a:xfrm>
            <a:custGeom>
              <a:avLst/>
              <a:gdLst/>
              <a:ahLst/>
              <a:cxnLst/>
              <a:rect l="l" t="t" r="r" b="b"/>
              <a:pathLst>
                <a:path w="721" h="14834" extrusionOk="0">
                  <a:moveTo>
                    <a:pt x="332" y="0"/>
                  </a:moveTo>
                  <a:cubicBezTo>
                    <a:pt x="144" y="0"/>
                    <a:pt x="0" y="144"/>
                    <a:pt x="0" y="331"/>
                  </a:cubicBezTo>
                  <a:lnTo>
                    <a:pt x="58" y="14488"/>
                  </a:lnTo>
                  <a:cubicBezTo>
                    <a:pt x="58" y="14675"/>
                    <a:pt x="202" y="14833"/>
                    <a:pt x="389" y="14833"/>
                  </a:cubicBezTo>
                  <a:cubicBezTo>
                    <a:pt x="576" y="14833"/>
                    <a:pt x="720" y="14675"/>
                    <a:pt x="720" y="14488"/>
                  </a:cubicBezTo>
                  <a:lnTo>
                    <a:pt x="663" y="331"/>
                  </a:lnTo>
                  <a:cubicBezTo>
                    <a:pt x="663" y="144"/>
                    <a:pt x="519" y="0"/>
                    <a:pt x="33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5"/>
            <p:cNvSpPr/>
            <p:nvPr/>
          </p:nvSpPr>
          <p:spPr>
            <a:xfrm flipH="1">
              <a:off x="1505246" y="4480989"/>
              <a:ext cx="405272" cy="399026"/>
            </a:xfrm>
            <a:custGeom>
              <a:avLst/>
              <a:gdLst/>
              <a:ahLst/>
              <a:cxnLst/>
              <a:rect l="l" t="t" r="r" b="b"/>
              <a:pathLst>
                <a:path w="10901" h="10733" extrusionOk="0">
                  <a:moveTo>
                    <a:pt x="10417" y="0"/>
                  </a:moveTo>
                  <a:cubicBezTo>
                    <a:pt x="10338" y="0"/>
                    <a:pt x="10255" y="31"/>
                    <a:pt x="10182" y="105"/>
                  </a:cubicBezTo>
                  <a:lnTo>
                    <a:pt x="202" y="10157"/>
                  </a:lnTo>
                  <a:cubicBezTo>
                    <a:pt x="0" y="10373"/>
                    <a:pt x="144" y="10733"/>
                    <a:pt x="447" y="10733"/>
                  </a:cubicBezTo>
                  <a:cubicBezTo>
                    <a:pt x="533" y="10733"/>
                    <a:pt x="619" y="10690"/>
                    <a:pt x="677" y="10632"/>
                  </a:cubicBezTo>
                  <a:lnTo>
                    <a:pt x="10657" y="580"/>
                  </a:lnTo>
                  <a:cubicBezTo>
                    <a:pt x="10900" y="337"/>
                    <a:pt x="10677" y="0"/>
                    <a:pt x="1041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5"/>
            <p:cNvSpPr/>
            <p:nvPr/>
          </p:nvSpPr>
          <p:spPr>
            <a:xfrm flipH="1">
              <a:off x="1428623" y="4666913"/>
              <a:ext cx="560079" cy="27325"/>
            </a:xfrm>
            <a:custGeom>
              <a:avLst/>
              <a:gdLst/>
              <a:ahLst/>
              <a:cxnLst/>
              <a:rect l="l" t="t" r="r" b="b"/>
              <a:pathLst>
                <a:path w="15065" h="735" extrusionOk="0">
                  <a:moveTo>
                    <a:pt x="14618" y="0"/>
                  </a:moveTo>
                  <a:lnTo>
                    <a:pt x="447" y="58"/>
                  </a:lnTo>
                  <a:cubicBezTo>
                    <a:pt x="1" y="58"/>
                    <a:pt x="1" y="735"/>
                    <a:pt x="447" y="735"/>
                  </a:cubicBezTo>
                  <a:lnTo>
                    <a:pt x="14618" y="677"/>
                  </a:lnTo>
                  <a:cubicBezTo>
                    <a:pt x="15064" y="677"/>
                    <a:pt x="15064" y="0"/>
                    <a:pt x="14618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5"/>
            <p:cNvSpPr/>
            <p:nvPr/>
          </p:nvSpPr>
          <p:spPr>
            <a:xfrm flipH="1">
              <a:off x="1505209" y="4482587"/>
              <a:ext cx="408358" cy="395829"/>
            </a:xfrm>
            <a:custGeom>
              <a:avLst/>
              <a:gdLst/>
              <a:ahLst/>
              <a:cxnLst/>
              <a:rect l="l" t="t" r="r" b="b"/>
              <a:pathLst>
                <a:path w="10984" h="10647" extrusionOk="0">
                  <a:moveTo>
                    <a:pt x="481" y="1"/>
                  </a:moveTo>
                  <a:cubicBezTo>
                    <a:pt x="222" y="1"/>
                    <a:pt x="1" y="337"/>
                    <a:pt x="255" y="580"/>
                  </a:cubicBezTo>
                  <a:lnTo>
                    <a:pt x="10307" y="10560"/>
                  </a:lnTo>
                  <a:cubicBezTo>
                    <a:pt x="10365" y="10618"/>
                    <a:pt x="10451" y="10647"/>
                    <a:pt x="10537" y="10647"/>
                  </a:cubicBezTo>
                  <a:cubicBezTo>
                    <a:pt x="10840" y="10647"/>
                    <a:pt x="10984" y="10287"/>
                    <a:pt x="10768" y="10071"/>
                  </a:cubicBezTo>
                  <a:lnTo>
                    <a:pt x="716" y="105"/>
                  </a:lnTo>
                  <a:cubicBezTo>
                    <a:pt x="642" y="31"/>
                    <a:pt x="560" y="1"/>
                    <a:pt x="48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 flipH="1">
              <a:off x="1445241" y="4417415"/>
              <a:ext cx="547216" cy="526545"/>
            </a:xfrm>
            <a:custGeom>
              <a:avLst/>
              <a:gdLst/>
              <a:ahLst/>
              <a:cxnLst/>
              <a:rect l="l" t="t" r="r" b="b"/>
              <a:pathLst>
                <a:path w="14719" h="14163" extrusionOk="0">
                  <a:moveTo>
                    <a:pt x="7597" y="2174"/>
                  </a:moveTo>
                  <a:cubicBezTo>
                    <a:pt x="10114" y="2174"/>
                    <a:pt x="12530" y="4131"/>
                    <a:pt x="12530" y="7086"/>
                  </a:cubicBezTo>
                  <a:cubicBezTo>
                    <a:pt x="12530" y="9779"/>
                    <a:pt x="10341" y="11982"/>
                    <a:pt x="7633" y="11982"/>
                  </a:cubicBezTo>
                  <a:cubicBezTo>
                    <a:pt x="3270" y="11982"/>
                    <a:pt x="1095" y="6697"/>
                    <a:pt x="4177" y="3615"/>
                  </a:cubicBezTo>
                  <a:cubicBezTo>
                    <a:pt x="5173" y="2620"/>
                    <a:pt x="6396" y="2174"/>
                    <a:pt x="7597" y="2174"/>
                  </a:cubicBezTo>
                  <a:close/>
                  <a:moveTo>
                    <a:pt x="7633" y="0"/>
                  </a:moveTo>
                  <a:cubicBezTo>
                    <a:pt x="4768" y="0"/>
                    <a:pt x="2190" y="1728"/>
                    <a:pt x="1095" y="4378"/>
                  </a:cubicBezTo>
                  <a:cubicBezTo>
                    <a:pt x="1" y="7014"/>
                    <a:pt x="606" y="10067"/>
                    <a:pt x="2622" y="12083"/>
                  </a:cubicBezTo>
                  <a:cubicBezTo>
                    <a:pt x="3981" y="13442"/>
                    <a:pt x="5791" y="14162"/>
                    <a:pt x="7634" y="14162"/>
                  </a:cubicBezTo>
                  <a:cubicBezTo>
                    <a:pt x="8545" y="14162"/>
                    <a:pt x="9464" y="13986"/>
                    <a:pt x="10341" y="13624"/>
                  </a:cubicBezTo>
                  <a:cubicBezTo>
                    <a:pt x="12991" y="12529"/>
                    <a:pt x="14719" y="9952"/>
                    <a:pt x="14719" y="7086"/>
                  </a:cubicBezTo>
                  <a:cubicBezTo>
                    <a:pt x="14719" y="3169"/>
                    <a:pt x="11551" y="0"/>
                    <a:pt x="763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 flipH="1">
              <a:off x="1394382" y="4398306"/>
              <a:ext cx="610380" cy="566845"/>
            </a:xfrm>
            <a:custGeom>
              <a:avLst/>
              <a:gdLst/>
              <a:ahLst/>
              <a:cxnLst/>
              <a:rect l="l" t="t" r="r" b="b"/>
              <a:pathLst>
                <a:path w="16418" h="15247" extrusionOk="0">
                  <a:moveTo>
                    <a:pt x="7964" y="1090"/>
                  </a:moveTo>
                  <a:cubicBezTo>
                    <a:pt x="8829" y="1090"/>
                    <a:pt x="9693" y="1263"/>
                    <a:pt x="10499" y="1594"/>
                  </a:cubicBezTo>
                  <a:cubicBezTo>
                    <a:pt x="13567" y="2890"/>
                    <a:pt x="15151" y="6304"/>
                    <a:pt x="14171" y="9486"/>
                  </a:cubicBezTo>
                  <a:cubicBezTo>
                    <a:pt x="13322" y="12246"/>
                    <a:pt x="10774" y="14052"/>
                    <a:pt x="7990" y="14052"/>
                  </a:cubicBezTo>
                  <a:cubicBezTo>
                    <a:pt x="7563" y="14052"/>
                    <a:pt x="7130" y="14010"/>
                    <a:pt x="6697" y="13922"/>
                  </a:cubicBezTo>
                  <a:cubicBezTo>
                    <a:pt x="3428" y="13259"/>
                    <a:pt x="1196" y="10249"/>
                    <a:pt x="1527" y="6937"/>
                  </a:cubicBezTo>
                  <a:cubicBezTo>
                    <a:pt x="1858" y="3625"/>
                    <a:pt x="4638" y="1090"/>
                    <a:pt x="7964" y="1090"/>
                  </a:cubicBezTo>
                  <a:close/>
                  <a:moveTo>
                    <a:pt x="7993" y="1"/>
                  </a:moveTo>
                  <a:cubicBezTo>
                    <a:pt x="7489" y="1"/>
                    <a:pt x="6978" y="51"/>
                    <a:pt x="6467" y="154"/>
                  </a:cubicBezTo>
                  <a:cubicBezTo>
                    <a:pt x="2622" y="917"/>
                    <a:pt x="1" y="4475"/>
                    <a:pt x="389" y="8377"/>
                  </a:cubicBezTo>
                  <a:cubicBezTo>
                    <a:pt x="764" y="12266"/>
                    <a:pt x="4047" y="15247"/>
                    <a:pt x="7964" y="15247"/>
                  </a:cubicBezTo>
                  <a:cubicBezTo>
                    <a:pt x="8987" y="15247"/>
                    <a:pt x="10009" y="15045"/>
                    <a:pt x="10946" y="14642"/>
                  </a:cubicBezTo>
                  <a:cubicBezTo>
                    <a:pt x="14560" y="13130"/>
                    <a:pt x="16418" y="9112"/>
                    <a:pt x="15266" y="5367"/>
                  </a:cubicBezTo>
                  <a:cubicBezTo>
                    <a:pt x="14267" y="2121"/>
                    <a:pt x="11277" y="1"/>
                    <a:pt x="799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5"/>
            <p:cNvSpPr/>
            <p:nvPr/>
          </p:nvSpPr>
          <p:spPr>
            <a:xfrm flipH="1">
              <a:off x="1623507" y="4617096"/>
              <a:ext cx="148896" cy="127556"/>
            </a:xfrm>
            <a:custGeom>
              <a:avLst/>
              <a:gdLst/>
              <a:ahLst/>
              <a:cxnLst/>
              <a:rect l="l" t="t" r="r" b="b"/>
              <a:pathLst>
                <a:path w="4005" h="3431" extrusionOk="0">
                  <a:moveTo>
                    <a:pt x="1714" y="1"/>
                  </a:moveTo>
                  <a:cubicBezTo>
                    <a:pt x="764" y="1"/>
                    <a:pt x="1" y="764"/>
                    <a:pt x="1" y="1715"/>
                  </a:cubicBezTo>
                  <a:cubicBezTo>
                    <a:pt x="1" y="2747"/>
                    <a:pt x="844" y="3430"/>
                    <a:pt x="1724" y="3430"/>
                  </a:cubicBezTo>
                  <a:cubicBezTo>
                    <a:pt x="2145" y="3430"/>
                    <a:pt x="2575" y="3274"/>
                    <a:pt x="2924" y="2924"/>
                  </a:cubicBezTo>
                  <a:cubicBezTo>
                    <a:pt x="4004" y="1844"/>
                    <a:pt x="3241" y="1"/>
                    <a:pt x="171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5"/>
            <p:cNvSpPr/>
            <p:nvPr/>
          </p:nvSpPr>
          <p:spPr>
            <a:xfrm flipH="1">
              <a:off x="1678679" y="4650853"/>
              <a:ext cx="69633" cy="59633"/>
            </a:xfrm>
            <a:custGeom>
              <a:avLst/>
              <a:gdLst/>
              <a:ahLst/>
              <a:cxnLst/>
              <a:rect l="l" t="t" r="r" b="b"/>
              <a:pathLst>
                <a:path w="1873" h="1604" extrusionOk="0">
                  <a:moveTo>
                    <a:pt x="1066" y="0"/>
                  </a:moveTo>
                  <a:cubicBezTo>
                    <a:pt x="346" y="0"/>
                    <a:pt x="1" y="864"/>
                    <a:pt x="505" y="1368"/>
                  </a:cubicBezTo>
                  <a:cubicBezTo>
                    <a:pt x="668" y="1531"/>
                    <a:pt x="868" y="1604"/>
                    <a:pt x="1065" y="1604"/>
                  </a:cubicBezTo>
                  <a:cubicBezTo>
                    <a:pt x="1477" y="1604"/>
                    <a:pt x="1873" y="1284"/>
                    <a:pt x="1873" y="807"/>
                  </a:cubicBezTo>
                  <a:cubicBezTo>
                    <a:pt x="1873" y="360"/>
                    <a:pt x="1513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 flipH="1">
              <a:off x="819358" y="4651894"/>
              <a:ext cx="366236" cy="313778"/>
            </a:xfrm>
            <a:custGeom>
              <a:avLst/>
              <a:gdLst/>
              <a:ahLst/>
              <a:cxnLst/>
              <a:rect l="l" t="t" r="r" b="b"/>
              <a:pathLst>
                <a:path w="9851" h="8440" extrusionOk="0">
                  <a:moveTo>
                    <a:pt x="5631" y="1"/>
                  </a:moveTo>
                  <a:cubicBezTo>
                    <a:pt x="1887" y="1"/>
                    <a:pt x="0" y="4537"/>
                    <a:pt x="2665" y="7202"/>
                  </a:cubicBezTo>
                  <a:cubicBezTo>
                    <a:pt x="3520" y="8057"/>
                    <a:pt x="4572" y="8440"/>
                    <a:pt x="5605" y="8440"/>
                  </a:cubicBezTo>
                  <a:cubicBezTo>
                    <a:pt x="7771" y="8440"/>
                    <a:pt x="9851" y="6756"/>
                    <a:pt x="9851" y="4221"/>
                  </a:cubicBezTo>
                  <a:cubicBezTo>
                    <a:pt x="9851" y="1888"/>
                    <a:pt x="7964" y="1"/>
                    <a:pt x="5631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 flipH="1">
              <a:off x="886798" y="4741863"/>
              <a:ext cx="155848" cy="133653"/>
            </a:xfrm>
            <a:custGeom>
              <a:avLst/>
              <a:gdLst/>
              <a:ahLst/>
              <a:cxnLst/>
              <a:rect l="l" t="t" r="r" b="b"/>
              <a:pathLst>
                <a:path w="4192" h="3595" extrusionOk="0">
                  <a:moveTo>
                    <a:pt x="1786" y="0"/>
                  </a:moveTo>
                  <a:cubicBezTo>
                    <a:pt x="807" y="0"/>
                    <a:pt x="1" y="807"/>
                    <a:pt x="1" y="1801"/>
                  </a:cubicBezTo>
                  <a:cubicBezTo>
                    <a:pt x="1" y="2882"/>
                    <a:pt x="884" y="3594"/>
                    <a:pt x="1803" y="3594"/>
                  </a:cubicBezTo>
                  <a:cubicBezTo>
                    <a:pt x="2242" y="3594"/>
                    <a:pt x="2690" y="3431"/>
                    <a:pt x="3054" y="3068"/>
                  </a:cubicBezTo>
                  <a:cubicBezTo>
                    <a:pt x="4191" y="1930"/>
                    <a:pt x="3385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 flipH="1">
              <a:off x="934980" y="4673866"/>
              <a:ext cx="319689" cy="165477"/>
            </a:xfrm>
            <a:custGeom>
              <a:avLst/>
              <a:gdLst/>
              <a:ahLst/>
              <a:cxnLst/>
              <a:rect l="l" t="t" r="r" b="b"/>
              <a:pathLst>
                <a:path w="8599" h="4451" extrusionOk="0">
                  <a:moveTo>
                    <a:pt x="1081" y="0"/>
                  </a:moveTo>
                  <a:cubicBezTo>
                    <a:pt x="476" y="0"/>
                    <a:pt x="1" y="504"/>
                    <a:pt x="1" y="1109"/>
                  </a:cubicBezTo>
                  <a:lnTo>
                    <a:pt x="1" y="3370"/>
                  </a:lnTo>
                  <a:cubicBezTo>
                    <a:pt x="1" y="3975"/>
                    <a:pt x="490" y="4450"/>
                    <a:pt x="1081" y="4450"/>
                  </a:cubicBezTo>
                  <a:lnTo>
                    <a:pt x="7489" y="4450"/>
                  </a:lnTo>
                  <a:cubicBezTo>
                    <a:pt x="8109" y="4450"/>
                    <a:pt x="8598" y="3946"/>
                    <a:pt x="8584" y="3342"/>
                  </a:cubicBezTo>
                  <a:cubicBezTo>
                    <a:pt x="8556" y="2760"/>
                    <a:pt x="8080" y="2290"/>
                    <a:pt x="7501" y="2290"/>
                  </a:cubicBezTo>
                  <a:cubicBezTo>
                    <a:pt x="7492" y="2290"/>
                    <a:pt x="7484" y="2290"/>
                    <a:pt x="7475" y="2290"/>
                  </a:cubicBezTo>
                  <a:lnTo>
                    <a:pt x="2175" y="2290"/>
                  </a:lnTo>
                  <a:lnTo>
                    <a:pt x="2175" y="1109"/>
                  </a:lnTo>
                  <a:cubicBezTo>
                    <a:pt x="2175" y="504"/>
                    <a:pt x="1686" y="0"/>
                    <a:pt x="108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 flipH="1">
              <a:off x="513090" y="3034449"/>
              <a:ext cx="228121" cy="145885"/>
            </a:xfrm>
            <a:custGeom>
              <a:avLst/>
              <a:gdLst/>
              <a:ahLst/>
              <a:cxnLst/>
              <a:rect l="l" t="t" r="r" b="b"/>
              <a:pathLst>
                <a:path w="6136" h="3924" extrusionOk="0">
                  <a:moveTo>
                    <a:pt x="2636" y="1"/>
                  </a:moveTo>
                  <a:cubicBezTo>
                    <a:pt x="1974" y="1"/>
                    <a:pt x="1484" y="44"/>
                    <a:pt x="1412" y="174"/>
                  </a:cubicBezTo>
                  <a:cubicBezTo>
                    <a:pt x="1124" y="606"/>
                    <a:pt x="692" y="922"/>
                    <a:pt x="375" y="1354"/>
                  </a:cubicBezTo>
                  <a:cubicBezTo>
                    <a:pt x="1" y="1887"/>
                    <a:pt x="58" y="2521"/>
                    <a:pt x="15" y="3155"/>
                  </a:cubicBezTo>
                  <a:cubicBezTo>
                    <a:pt x="1" y="3396"/>
                    <a:pt x="1" y="3846"/>
                    <a:pt x="344" y="3846"/>
                  </a:cubicBezTo>
                  <a:cubicBezTo>
                    <a:pt x="350" y="3846"/>
                    <a:pt x="355" y="3846"/>
                    <a:pt x="361" y="3846"/>
                  </a:cubicBezTo>
                  <a:cubicBezTo>
                    <a:pt x="389" y="3846"/>
                    <a:pt x="418" y="3846"/>
                    <a:pt x="433" y="3831"/>
                  </a:cubicBezTo>
                  <a:cubicBezTo>
                    <a:pt x="649" y="3759"/>
                    <a:pt x="735" y="3428"/>
                    <a:pt x="793" y="3255"/>
                  </a:cubicBezTo>
                  <a:cubicBezTo>
                    <a:pt x="922" y="3500"/>
                    <a:pt x="1124" y="3846"/>
                    <a:pt x="1412" y="3904"/>
                  </a:cubicBezTo>
                  <a:cubicBezTo>
                    <a:pt x="1453" y="3914"/>
                    <a:pt x="1501" y="3924"/>
                    <a:pt x="1545" y="3924"/>
                  </a:cubicBezTo>
                  <a:cubicBezTo>
                    <a:pt x="1564" y="3924"/>
                    <a:pt x="1582" y="3922"/>
                    <a:pt x="1599" y="3918"/>
                  </a:cubicBezTo>
                  <a:cubicBezTo>
                    <a:pt x="1714" y="3918"/>
                    <a:pt x="1830" y="3860"/>
                    <a:pt x="1916" y="3774"/>
                  </a:cubicBezTo>
                  <a:cubicBezTo>
                    <a:pt x="2031" y="3846"/>
                    <a:pt x="2175" y="3889"/>
                    <a:pt x="2319" y="3889"/>
                  </a:cubicBezTo>
                  <a:lnTo>
                    <a:pt x="2348" y="3889"/>
                  </a:lnTo>
                  <a:cubicBezTo>
                    <a:pt x="2535" y="3860"/>
                    <a:pt x="2550" y="3644"/>
                    <a:pt x="2550" y="3630"/>
                  </a:cubicBezTo>
                  <a:cubicBezTo>
                    <a:pt x="2651" y="3640"/>
                    <a:pt x="2753" y="3650"/>
                    <a:pt x="2855" y="3650"/>
                  </a:cubicBezTo>
                  <a:cubicBezTo>
                    <a:pt x="2897" y="3650"/>
                    <a:pt x="2939" y="3648"/>
                    <a:pt x="2982" y="3644"/>
                  </a:cubicBezTo>
                  <a:cubicBezTo>
                    <a:pt x="2998" y="3646"/>
                    <a:pt x="3015" y="3647"/>
                    <a:pt x="3032" y="3647"/>
                  </a:cubicBezTo>
                  <a:cubicBezTo>
                    <a:pt x="3144" y="3647"/>
                    <a:pt x="3256" y="3606"/>
                    <a:pt x="3356" y="3543"/>
                  </a:cubicBezTo>
                  <a:cubicBezTo>
                    <a:pt x="3500" y="3399"/>
                    <a:pt x="3990" y="2579"/>
                    <a:pt x="3932" y="2363"/>
                  </a:cubicBezTo>
                  <a:cubicBezTo>
                    <a:pt x="3932" y="2363"/>
                    <a:pt x="5012" y="2219"/>
                    <a:pt x="5171" y="2132"/>
                  </a:cubicBezTo>
                  <a:cubicBezTo>
                    <a:pt x="5185" y="2118"/>
                    <a:pt x="5214" y="2103"/>
                    <a:pt x="5228" y="2103"/>
                  </a:cubicBezTo>
                  <a:cubicBezTo>
                    <a:pt x="6135" y="1556"/>
                    <a:pt x="5775" y="159"/>
                    <a:pt x="4724" y="87"/>
                  </a:cubicBezTo>
                  <a:cubicBezTo>
                    <a:pt x="4018" y="44"/>
                    <a:pt x="3255" y="1"/>
                    <a:pt x="2636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5"/>
            <p:cNvSpPr/>
            <p:nvPr/>
          </p:nvSpPr>
          <p:spPr>
            <a:xfrm flipH="1">
              <a:off x="669979" y="3109957"/>
              <a:ext cx="32679" cy="68221"/>
            </a:xfrm>
            <a:custGeom>
              <a:avLst/>
              <a:gdLst/>
              <a:ahLst/>
              <a:cxnLst/>
              <a:rect l="l" t="t" r="r" b="b"/>
              <a:pathLst>
                <a:path w="879" h="1835" extrusionOk="0">
                  <a:moveTo>
                    <a:pt x="332" y="0"/>
                  </a:moveTo>
                  <a:lnTo>
                    <a:pt x="332" y="0"/>
                  </a:lnTo>
                  <a:cubicBezTo>
                    <a:pt x="332" y="15"/>
                    <a:pt x="0" y="634"/>
                    <a:pt x="58" y="1008"/>
                  </a:cubicBezTo>
                  <a:cubicBezTo>
                    <a:pt x="130" y="1268"/>
                    <a:pt x="260" y="1512"/>
                    <a:pt x="432" y="1714"/>
                  </a:cubicBezTo>
                  <a:cubicBezTo>
                    <a:pt x="488" y="1794"/>
                    <a:pt x="576" y="1834"/>
                    <a:pt x="664" y="1834"/>
                  </a:cubicBezTo>
                  <a:cubicBezTo>
                    <a:pt x="735" y="1834"/>
                    <a:pt x="807" y="1808"/>
                    <a:pt x="865" y="1757"/>
                  </a:cubicBezTo>
                  <a:cubicBezTo>
                    <a:pt x="865" y="1757"/>
                    <a:pt x="879" y="1757"/>
                    <a:pt x="879" y="1743"/>
                  </a:cubicBezTo>
                  <a:cubicBezTo>
                    <a:pt x="648" y="1570"/>
                    <a:pt x="476" y="1340"/>
                    <a:pt x="360" y="1080"/>
                  </a:cubicBezTo>
                  <a:cubicBezTo>
                    <a:pt x="245" y="692"/>
                    <a:pt x="332" y="15"/>
                    <a:pt x="33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5"/>
            <p:cNvSpPr/>
            <p:nvPr/>
          </p:nvSpPr>
          <p:spPr>
            <a:xfrm flipH="1">
              <a:off x="646408" y="3130293"/>
              <a:ext cx="17696" cy="48777"/>
            </a:xfrm>
            <a:custGeom>
              <a:avLst/>
              <a:gdLst/>
              <a:ahLst/>
              <a:cxnLst/>
              <a:rect l="l" t="t" r="r" b="b"/>
              <a:pathLst>
                <a:path w="476" h="1312" extrusionOk="0">
                  <a:moveTo>
                    <a:pt x="87" y="1"/>
                  </a:moveTo>
                  <a:lnTo>
                    <a:pt x="87" y="1"/>
                  </a:lnTo>
                  <a:cubicBezTo>
                    <a:pt x="0" y="447"/>
                    <a:pt x="44" y="908"/>
                    <a:pt x="245" y="1311"/>
                  </a:cubicBezTo>
                  <a:lnTo>
                    <a:pt x="274" y="1311"/>
                  </a:lnTo>
                  <a:cubicBezTo>
                    <a:pt x="461" y="1282"/>
                    <a:pt x="476" y="1066"/>
                    <a:pt x="476" y="1052"/>
                  </a:cubicBezTo>
                  <a:cubicBezTo>
                    <a:pt x="288" y="721"/>
                    <a:pt x="159" y="375"/>
                    <a:pt x="87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5"/>
            <p:cNvSpPr/>
            <p:nvPr/>
          </p:nvSpPr>
          <p:spPr>
            <a:xfrm flipH="1">
              <a:off x="592873" y="3103005"/>
              <a:ext cx="37512" cy="66957"/>
            </a:xfrm>
            <a:custGeom>
              <a:avLst/>
              <a:gdLst/>
              <a:ahLst/>
              <a:cxnLst/>
              <a:rect l="l" t="t" r="r" b="b"/>
              <a:pathLst>
                <a:path w="1009" h="1801" extrusionOk="0">
                  <a:moveTo>
                    <a:pt x="663" y="0"/>
                  </a:moveTo>
                  <a:lnTo>
                    <a:pt x="44" y="792"/>
                  </a:lnTo>
                  <a:cubicBezTo>
                    <a:pt x="44" y="792"/>
                    <a:pt x="1" y="1383"/>
                    <a:pt x="1" y="1800"/>
                  </a:cubicBezTo>
                  <a:cubicBezTo>
                    <a:pt x="130" y="1800"/>
                    <a:pt x="260" y="1771"/>
                    <a:pt x="375" y="1699"/>
                  </a:cubicBezTo>
                  <a:cubicBezTo>
                    <a:pt x="519" y="1555"/>
                    <a:pt x="1009" y="735"/>
                    <a:pt x="951" y="519"/>
                  </a:cubicBezTo>
                  <a:cubicBezTo>
                    <a:pt x="879" y="331"/>
                    <a:pt x="793" y="159"/>
                    <a:pt x="663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5"/>
            <p:cNvSpPr/>
            <p:nvPr/>
          </p:nvSpPr>
          <p:spPr>
            <a:xfrm flipH="1">
              <a:off x="710131" y="3100328"/>
              <a:ext cx="17176" cy="76586"/>
            </a:xfrm>
            <a:custGeom>
              <a:avLst/>
              <a:gdLst/>
              <a:ahLst/>
              <a:cxnLst/>
              <a:rect l="l" t="t" r="r" b="b"/>
              <a:pathLst>
                <a:path w="462" h="2060" extrusionOk="0">
                  <a:moveTo>
                    <a:pt x="462" y="0"/>
                  </a:moveTo>
                  <a:cubicBezTo>
                    <a:pt x="462" y="0"/>
                    <a:pt x="44" y="591"/>
                    <a:pt x="30" y="749"/>
                  </a:cubicBezTo>
                  <a:cubicBezTo>
                    <a:pt x="1" y="1066"/>
                    <a:pt x="1" y="1368"/>
                    <a:pt x="44" y="1671"/>
                  </a:cubicBezTo>
                  <a:cubicBezTo>
                    <a:pt x="59" y="1800"/>
                    <a:pt x="73" y="1930"/>
                    <a:pt x="59" y="2059"/>
                  </a:cubicBezTo>
                  <a:cubicBezTo>
                    <a:pt x="275" y="1987"/>
                    <a:pt x="361" y="1656"/>
                    <a:pt x="419" y="1483"/>
                  </a:cubicBezTo>
                  <a:cubicBezTo>
                    <a:pt x="419" y="1483"/>
                    <a:pt x="203" y="835"/>
                    <a:pt x="231" y="605"/>
                  </a:cubicBezTo>
                  <a:cubicBezTo>
                    <a:pt x="289" y="403"/>
                    <a:pt x="375" y="202"/>
                    <a:pt x="462" y="0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5"/>
            <p:cNvSpPr/>
            <p:nvPr/>
          </p:nvSpPr>
          <p:spPr>
            <a:xfrm flipH="1">
              <a:off x="-12674" y="2161224"/>
              <a:ext cx="600231" cy="999629"/>
            </a:xfrm>
            <a:custGeom>
              <a:avLst/>
              <a:gdLst/>
              <a:ahLst/>
              <a:cxnLst/>
              <a:rect l="l" t="t" r="r" b="b"/>
              <a:pathLst>
                <a:path w="16145" h="26888" extrusionOk="0">
                  <a:moveTo>
                    <a:pt x="11234" y="0"/>
                  </a:moveTo>
                  <a:cubicBezTo>
                    <a:pt x="11190" y="0"/>
                    <a:pt x="11133" y="0"/>
                    <a:pt x="11075" y="15"/>
                  </a:cubicBezTo>
                  <a:cubicBezTo>
                    <a:pt x="8397" y="260"/>
                    <a:pt x="7605" y="4638"/>
                    <a:pt x="8209" y="9390"/>
                  </a:cubicBezTo>
                  <a:cubicBezTo>
                    <a:pt x="8872" y="14762"/>
                    <a:pt x="9160" y="16965"/>
                    <a:pt x="9160" y="16965"/>
                  </a:cubicBezTo>
                  <a:lnTo>
                    <a:pt x="1" y="23129"/>
                  </a:lnTo>
                  <a:lnTo>
                    <a:pt x="1470" y="26887"/>
                  </a:lnTo>
                  <a:cubicBezTo>
                    <a:pt x="1470" y="26887"/>
                    <a:pt x="15194" y="23762"/>
                    <a:pt x="15669" y="18967"/>
                  </a:cubicBezTo>
                  <a:cubicBezTo>
                    <a:pt x="16145" y="14243"/>
                    <a:pt x="15309" y="0"/>
                    <a:pt x="1123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5"/>
            <p:cNvSpPr/>
            <p:nvPr/>
          </p:nvSpPr>
          <p:spPr>
            <a:xfrm flipH="1">
              <a:off x="557517" y="1839304"/>
              <a:ext cx="36471" cy="17845"/>
            </a:xfrm>
            <a:custGeom>
              <a:avLst/>
              <a:gdLst/>
              <a:ahLst/>
              <a:cxnLst/>
              <a:rect l="l" t="t" r="r" b="b"/>
              <a:pathLst>
                <a:path w="981" h="480" extrusionOk="0">
                  <a:moveTo>
                    <a:pt x="507" y="1"/>
                  </a:moveTo>
                  <a:cubicBezTo>
                    <a:pt x="300" y="1"/>
                    <a:pt x="87" y="134"/>
                    <a:pt x="1" y="321"/>
                  </a:cubicBezTo>
                  <a:cubicBezTo>
                    <a:pt x="98" y="301"/>
                    <a:pt x="196" y="291"/>
                    <a:pt x="292" y="291"/>
                  </a:cubicBezTo>
                  <a:cubicBezTo>
                    <a:pt x="537" y="291"/>
                    <a:pt x="773" y="355"/>
                    <a:pt x="980" y="479"/>
                  </a:cubicBezTo>
                  <a:cubicBezTo>
                    <a:pt x="915" y="134"/>
                    <a:pt x="714" y="1"/>
                    <a:pt x="50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5"/>
            <p:cNvSpPr/>
            <p:nvPr/>
          </p:nvSpPr>
          <p:spPr>
            <a:xfrm flipH="1">
              <a:off x="569860" y="1872653"/>
              <a:ext cx="23571" cy="23571"/>
            </a:xfrm>
            <a:custGeom>
              <a:avLst/>
              <a:gdLst/>
              <a:ahLst/>
              <a:cxnLst/>
              <a:rect l="l" t="t" r="r" b="b"/>
              <a:pathLst>
                <a:path w="634" h="634" extrusionOk="0">
                  <a:moveTo>
                    <a:pt x="317" y="0"/>
                  </a:moveTo>
                  <a:cubicBezTo>
                    <a:pt x="274" y="0"/>
                    <a:pt x="231" y="0"/>
                    <a:pt x="188" y="29"/>
                  </a:cubicBezTo>
                  <a:cubicBezTo>
                    <a:pt x="72" y="72"/>
                    <a:pt x="0" y="187"/>
                    <a:pt x="0" y="317"/>
                  </a:cubicBezTo>
                  <a:cubicBezTo>
                    <a:pt x="0" y="346"/>
                    <a:pt x="15" y="374"/>
                    <a:pt x="15" y="403"/>
                  </a:cubicBezTo>
                  <a:cubicBezTo>
                    <a:pt x="29" y="461"/>
                    <a:pt x="58" y="504"/>
                    <a:pt x="101" y="547"/>
                  </a:cubicBezTo>
                  <a:lnTo>
                    <a:pt x="173" y="590"/>
                  </a:lnTo>
                  <a:cubicBezTo>
                    <a:pt x="216" y="619"/>
                    <a:pt x="274" y="634"/>
                    <a:pt x="332" y="634"/>
                  </a:cubicBezTo>
                  <a:cubicBezTo>
                    <a:pt x="504" y="619"/>
                    <a:pt x="634" y="475"/>
                    <a:pt x="634" y="302"/>
                  </a:cubicBezTo>
                  <a:cubicBezTo>
                    <a:pt x="634" y="274"/>
                    <a:pt x="634" y="259"/>
                    <a:pt x="620" y="230"/>
                  </a:cubicBezTo>
                  <a:cubicBezTo>
                    <a:pt x="605" y="173"/>
                    <a:pt x="576" y="130"/>
                    <a:pt x="533" y="86"/>
                  </a:cubicBezTo>
                  <a:cubicBezTo>
                    <a:pt x="519" y="72"/>
                    <a:pt x="490" y="58"/>
                    <a:pt x="476" y="29"/>
                  </a:cubicBezTo>
                  <a:cubicBezTo>
                    <a:pt x="418" y="14"/>
                    <a:pt x="375" y="0"/>
                    <a:pt x="31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5"/>
            <p:cNvSpPr/>
            <p:nvPr/>
          </p:nvSpPr>
          <p:spPr>
            <a:xfrm flipH="1">
              <a:off x="563949" y="1933661"/>
              <a:ext cx="43423" cy="21042"/>
            </a:xfrm>
            <a:custGeom>
              <a:avLst/>
              <a:gdLst/>
              <a:ahLst/>
              <a:cxnLst/>
              <a:rect l="l" t="t" r="r" b="b"/>
              <a:pathLst>
                <a:path w="1168" h="566" extrusionOk="0">
                  <a:moveTo>
                    <a:pt x="1167" y="1"/>
                  </a:moveTo>
                  <a:lnTo>
                    <a:pt x="1167" y="1"/>
                  </a:lnTo>
                  <a:cubicBezTo>
                    <a:pt x="980" y="73"/>
                    <a:pt x="793" y="130"/>
                    <a:pt x="606" y="145"/>
                  </a:cubicBezTo>
                  <a:cubicBezTo>
                    <a:pt x="260" y="188"/>
                    <a:pt x="1" y="202"/>
                    <a:pt x="1" y="202"/>
                  </a:cubicBezTo>
                  <a:cubicBezTo>
                    <a:pt x="1" y="202"/>
                    <a:pt x="234" y="566"/>
                    <a:pt x="578" y="566"/>
                  </a:cubicBezTo>
                  <a:cubicBezTo>
                    <a:pt x="597" y="566"/>
                    <a:pt x="615" y="565"/>
                    <a:pt x="635" y="562"/>
                  </a:cubicBezTo>
                  <a:cubicBezTo>
                    <a:pt x="923" y="505"/>
                    <a:pt x="1139" y="289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5"/>
            <p:cNvSpPr/>
            <p:nvPr/>
          </p:nvSpPr>
          <p:spPr>
            <a:xfrm flipH="1">
              <a:off x="1921745" y="1772162"/>
              <a:ext cx="36434" cy="15391"/>
            </a:xfrm>
            <a:custGeom>
              <a:avLst/>
              <a:gdLst/>
              <a:ahLst/>
              <a:cxnLst/>
              <a:rect l="l" t="t" r="r" b="b"/>
              <a:pathLst>
                <a:path w="980" h="414" extrusionOk="0">
                  <a:moveTo>
                    <a:pt x="513" y="1"/>
                  </a:moveTo>
                  <a:cubicBezTo>
                    <a:pt x="283" y="1"/>
                    <a:pt x="57" y="182"/>
                    <a:pt x="0" y="399"/>
                  </a:cubicBezTo>
                  <a:cubicBezTo>
                    <a:pt x="154" y="343"/>
                    <a:pt x="315" y="314"/>
                    <a:pt x="475" y="314"/>
                  </a:cubicBezTo>
                  <a:cubicBezTo>
                    <a:pt x="646" y="314"/>
                    <a:pt x="817" y="346"/>
                    <a:pt x="980" y="413"/>
                  </a:cubicBezTo>
                  <a:cubicBezTo>
                    <a:pt x="878" y="114"/>
                    <a:pt x="695" y="1"/>
                    <a:pt x="51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5"/>
            <p:cNvSpPr/>
            <p:nvPr/>
          </p:nvSpPr>
          <p:spPr>
            <a:xfrm flipH="1">
              <a:off x="1928177" y="1812128"/>
              <a:ext cx="23571" cy="23794"/>
            </a:xfrm>
            <a:custGeom>
              <a:avLst/>
              <a:gdLst/>
              <a:ahLst/>
              <a:cxnLst/>
              <a:rect l="l" t="t" r="r" b="b"/>
              <a:pathLst>
                <a:path w="634" h="640" extrusionOk="0">
                  <a:moveTo>
                    <a:pt x="303" y="1"/>
                  </a:moveTo>
                  <a:cubicBezTo>
                    <a:pt x="259" y="1"/>
                    <a:pt x="216" y="15"/>
                    <a:pt x="187" y="29"/>
                  </a:cubicBezTo>
                  <a:cubicBezTo>
                    <a:pt x="72" y="87"/>
                    <a:pt x="0" y="202"/>
                    <a:pt x="0" y="332"/>
                  </a:cubicBezTo>
                  <a:cubicBezTo>
                    <a:pt x="0" y="361"/>
                    <a:pt x="0" y="390"/>
                    <a:pt x="0" y="404"/>
                  </a:cubicBezTo>
                  <a:cubicBezTo>
                    <a:pt x="15" y="462"/>
                    <a:pt x="58" y="519"/>
                    <a:pt x="87" y="548"/>
                  </a:cubicBezTo>
                  <a:lnTo>
                    <a:pt x="159" y="606"/>
                  </a:lnTo>
                  <a:cubicBezTo>
                    <a:pt x="201" y="627"/>
                    <a:pt x="235" y="640"/>
                    <a:pt x="273" y="640"/>
                  </a:cubicBezTo>
                  <a:cubicBezTo>
                    <a:pt x="287" y="640"/>
                    <a:pt x="302" y="638"/>
                    <a:pt x="317" y="634"/>
                  </a:cubicBezTo>
                  <a:cubicBezTo>
                    <a:pt x="490" y="634"/>
                    <a:pt x="634" y="490"/>
                    <a:pt x="634" y="317"/>
                  </a:cubicBezTo>
                  <a:cubicBezTo>
                    <a:pt x="634" y="289"/>
                    <a:pt x="620" y="260"/>
                    <a:pt x="620" y="231"/>
                  </a:cubicBezTo>
                  <a:cubicBezTo>
                    <a:pt x="605" y="173"/>
                    <a:pt x="576" y="130"/>
                    <a:pt x="533" y="87"/>
                  </a:cubicBezTo>
                  <a:cubicBezTo>
                    <a:pt x="504" y="73"/>
                    <a:pt x="490" y="58"/>
                    <a:pt x="461" y="44"/>
                  </a:cubicBezTo>
                  <a:cubicBezTo>
                    <a:pt x="418" y="15"/>
                    <a:pt x="360" y="1"/>
                    <a:pt x="30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5"/>
            <p:cNvSpPr/>
            <p:nvPr/>
          </p:nvSpPr>
          <p:spPr>
            <a:xfrm flipH="1">
              <a:off x="1922823" y="1880125"/>
              <a:ext cx="43386" cy="21042"/>
            </a:xfrm>
            <a:custGeom>
              <a:avLst/>
              <a:gdLst/>
              <a:ahLst/>
              <a:cxnLst/>
              <a:rect l="l" t="t" r="r" b="b"/>
              <a:pathLst>
                <a:path w="1167" h="566" extrusionOk="0">
                  <a:moveTo>
                    <a:pt x="1167" y="1"/>
                  </a:moveTo>
                  <a:lnTo>
                    <a:pt x="1167" y="1"/>
                  </a:lnTo>
                  <a:cubicBezTo>
                    <a:pt x="994" y="73"/>
                    <a:pt x="807" y="130"/>
                    <a:pt x="605" y="145"/>
                  </a:cubicBezTo>
                  <a:cubicBezTo>
                    <a:pt x="260" y="188"/>
                    <a:pt x="0" y="202"/>
                    <a:pt x="0" y="202"/>
                  </a:cubicBezTo>
                  <a:cubicBezTo>
                    <a:pt x="0" y="202"/>
                    <a:pt x="247" y="566"/>
                    <a:pt x="592" y="566"/>
                  </a:cubicBezTo>
                  <a:cubicBezTo>
                    <a:pt x="611" y="566"/>
                    <a:pt x="629" y="564"/>
                    <a:pt x="648" y="562"/>
                  </a:cubicBezTo>
                  <a:cubicBezTo>
                    <a:pt x="922" y="505"/>
                    <a:pt x="1138" y="289"/>
                    <a:pt x="1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5"/>
            <p:cNvSpPr/>
            <p:nvPr/>
          </p:nvSpPr>
          <p:spPr>
            <a:xfrm flipH="1">
              <a:off x="3153176" y="1805696"/>
              <a:ext cx="23571" cy="23608"/>
            </a:xfrm>
            <a:custGeom>
              <a:avLst/>
              <a:gdLst/>
              <a:ahLst/>
              <a:cxnLst/>
              <a:rect l="l" t="t" r="r" b="b"/>
              <a:pathLst>
                <a:path w="634" h="635" extrusionOk="0">
                  <a:moveTo>
                    <a:pt x="317" y="1"/>
                  </a:moveTo>
                  <a:cubicBezTo>
                    <a:pt x="274" y="1"/>
                    <a:pt x="231" y="1"/>
                    <a:pt x="187" y="30"/>
                  </a:cubicBezTo>
                  <a:cubicBezTo>
                    <a:pt x="72" y="73"/>
                    <a:pt x="0" y="188"/>
                    <a:pt x="0" y="318"/>
                  </a:cubicBezTo>
                  <a:cubicBezTo>
                    <a:pt x="0" y="346"/>
                    <a:pt x="15" y="375"/>
                    <a:pt x="15" y="404"/>
                  </a:cubicBezTo>
                  <a:cubicBezTo>
                    <a:pt x="29" y="462"/>
                    <a:pt x="58" y="505"/>
                    <a:pt x="101" y="548"/>
                  </a:cubicBezTo>
                  <a:lnTo>
                    <a:pt x="173" y="591"/>
                  </a:lnTo>
                  <a:cubicBezTo>
                    <a:pt x="216" y="620"/>
                    <a:pt x="274" y="635"/>
                    <a:pt x="331" y="635"/>
                  </a:cubicBezTo>
                  <a:cubicBezTo>
                    <a:pt x="504" y="620"/>
                    <a:pt x="634" y="476"/>
                    <a:pt x="634" y="303"/>
                  </a:cubicBezTo>
                  <a:cubicBezTo>
                    <a:pt x="634" y="274"/>
                    <a:pt x="634" y="260"/>
                    <a:pt x="619" y="231"/>
                  </a:cubicBezTo>
                  <a:cubicBezTo>
                    <a:pt x="605" y="174"/>
                    <a:pt x="576" y="130"/>
                    <a:pt x="547" y="87"/>
                  </a:cubicBezTo>
                  <a:cubicBezTo>
                    <a:pt x="519" y="73"/>
                    <a:pt x="490" y="58"/>
                    <a:pt x="475" y="30"/>
                  </a:cubicBezTo>
                  <a:cubicBezTo>
                    <a:pt x="418" y="15"/>
                    <a:pt x="375" y="1"/>
                    <a:pt x="317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39"/>
          <p:cNvGrpSpPr/>
          <p:nvPr/>
        </p:nvGrpSpPr>
        <p:grpSpPr>
          <a:xfrm>
            <a:off x="6955526" y="308689"/>
            <a:ext cx="1465547" cy="1458915"/>
            <a:chOff x="7019104" y="3218529"/>
            <a:chExt cx="1577383" cy="1570077"/>
          </a:xfrm>
        </p:grpSpPr>
        <p:sp>
          <p:nvSpPr>
            <p:cNvPr id="537" name="Google Shape;537;p39"/>
            <p:cNvSpPr/>
            <p:nvPr/>
          </p:nvSpPr>
          <p:spPr>
            <a:xfrm>
              <a:off x="7021796" y="3218529"/>
              <a:ext cx="1572576" cy="1570077"/>
            </a:xfrm>
            <a:custGeom>
              <a:avLst/>
              <a:gdLst/>
              <a:ahLst/>
              <a:cxnLst/>
              <a:rect l="l" t="t" r="r" b="b"/>
              <a:pathLst>
                <a:path w="49074" h="48996" extrusionOk="0">
                  <a:moveTo>
                    <a:pt x="37179" y="0"/>
                  </a:moveTo>
                  <a:cubicBezTo>
                    <a:pt x="36884" y="0"/>
                    <a:pt x="36592" y="113"/>
                    <a:pt x="36375" y="339"/>
                  </a:cubicBezTo>
                  <a:lnTo>
                    <a:pt x="451" y="36462"/>
                  </a:lnTo>
                  <a:cubicBezTo>
                    <a:pt x="0" y="36914"/>
                    <a:pt x="0" y="37649"/>
                    <a:pt x="451" y="38100"/>
                  </a:cubicBezTo>
                  <a:lnTo>
                    <a:pt x="11061" y="48660"/>
                  </a:lnTo>
                  <a:cubicBezTo>
                    <a:pt x="11285" y="48883"/>
                    <a:pt x="11578" y="48996"/>
                    <a:pt x="11872" y="48996"/>
                  </a:cubicBezTo>
                  <a:cubicBezTo>
                    <a:pt x="12171" y="48996"/>
                    <a:pt x="12471" y="48879"/>
                    <a:pt x="12699" y="48643"/>
                  </a:cubicBezTo>
                  <a:lnTo>
                    <a:pt x="48622" y="12519"/>
                  </a:lnTo>
                  <a:cubicBezTo>
                    <a:pt x="49073" y="12068"/>
                    <a:pt x="49073" y="11333"/>
                    <a:pt x="48605" y="10882"/>
                  </a:cubicBezTo>
                  <a:lnTo>
                    <a:pt x="37995" y="339"/>
                  </a:lnTo>
                  <a:cubicBezTo>
                    <a:pt x="37770" y="113"/>
                    <a:pt x="37473" y="0"/>
                    <a:pt x="37179" y="0"/>
                  </a:cubicBez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7502054" y="3701671"/>
              <a:ext cx="611483" cy="603536"/>
            </a:xfrm>
            <a:custGeom>
              <a:avLst/>
              <a:gdLst/>
              <a:ahLst/>
              <a:cxnLst/>
              <a:rect l="l" t="t" r="r" b="b"/>
              <a:pathLst>
                <a:path w="19082" h="18834" extrusionOk="0">
                  <a:moveTo>
                    <a:pt x="10929" y="1"/>
                  </a:moveTo>
                  <a:cubicBezTo>
                    <a:pt x="10677" y="1"/>
                    <a:pt x="10436" y="89"/>
                    <a:pt x="10260" y="266"/>
                  </a:cubicBezTo>
                  <a:lnTo>
                    <a:pt x="402" y="10191"/>
                  </a:lnTo>
                  <a:cubicBezTo>
                    <a:pt x="1" y="10575"/>
                    <a:pt x="51" y="11260"/>
                    <a:pt x="519" y="11711"/>
                  </a:cubicBezTo>
                  <a:lnTo>
                    <a:pt x="7302" y="18461"/>
                  </a:lnTo>
                  <a:cubicBezTo>
                    <a:pt x="7548" y="18707"/>
                    <a:pt x="7862" y="18834"/>
                    <a:pt x="8160" y="18834"/>
                  </a:cubicBezTo>
                  <a:cubicBezTo>
                    <a:pt x="8410" y="18834"/>
                    <a:pt x="8648" y="18745"/>
                    <a:pt x="8823" y="18562"/>
                  </a:cubicBezTo>
                  <a:lnTo>
                    <a:pt x="18681" y="8637"/>
                  </a:lnTo>
                  <a:cubicBezTo>
                    <a:pt x="19082" y="8253"/>
                    <a:pt x="19032" y="7568"/>
                    <a:pt x="18581" y="7116"/>
                  </a:cubicBezTo>
                  <a:lnTo>
                    <a:pt x="11780" y="366"/>
                  </a:lnTo>
                  <a:cubicBezTo>
                    <a:pt x="11537" y="123"/>
                    <a:pt x="11225" y="1"/>
                    <a:pt x="10929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8131194" y="3500973"/>
              <a:ext cx="61590" cy="58578"/>
            </a:xfrm>
            <a:custGeom>
              <a:avLst/>
              <a:gdLst/>
              <a:ahLst/>
              <a:cxnLst/>
              <a:rect l="l" t="t" r="r" b="b"/>
              <a:pathLst>
                <a:path w="1922" h="1828" extrusionOk="0">
                  <a:moveTo>
                    <a:pt x="928" y="1"/>
                  </a:moveTo>
                  <a:cubicBezTo>
                    <a:pt x="457" y="1"/>
                    <a:pt x="0" y="369"/>
                    <a:pt x="0" y="915"/>
                  </a:cubicBezTo>
                  <a:cubicBezTo>
                    <a:pt x="11" y="1465"/>
                    <a:pt x="453" y="1827"/>
                    <a:pt x="914" y="1827"/>
                  </a:cubicBezTo>
                  <a:cubicBezTo>
                    <a:pt x="1139" y="1827"/>
                    <a:pt x="1368" y="1741"/>
                    <a:pt x="1554" y="1550"/>
                  </a:cubicBezTo>
                  <a:cubicBezTo>
                    <a:pt x="1922" y="1199"/>
                    <a:pt x="1922" y="614"/>
                    <a:pt x="1554" y="263"/>
                  </a:cubicBezTo>
                  <a:cubicBezTo>
                    <a:pt x="1373" y="82"/>
                    <a:pt x="1149" y="1"/>
                    <a:pt x="928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8249696" y="3618771"/>
              <a:ext cx="61430" cy="58450"/>
            </a:xfrm>
            <a:custGeom>
              <a:avLst/>
              <a:gdLst/>
              <a:ahLst/>
              <a:cxnLst/>
              <a:rect l="l" t="t" r="r" b="b"/>
              <a:pathLst>
                <a:path w="1917" h="1824" extrusionOk="0">
                  <a:moveTo>
                    <a:pt x="923" y="1"/>
                  </a:moveTo>
                  <a:cubicBezTo>
                    <a:pt x="453" y="1"/>
                    <a:pt x="0" y="369"/>
                    <a:pt x="12" y="915"/>
                  </a:cubicBezTo>
                  <a:cubicBezTo>
                    <a:pt x="12" y="1457"/>
                    <a:pt x="454" y="1823"/>
                    <a:pt x="922" y="1823"/>
                  </a:cubicBezTo>
                  <a:cubicBezTo>
                    <a:pt x="1146" y="1823"/>
                    <a:pt x="1376" y="1739"/>
                    <a:pt x="1565" y="1550"/>
                  </a:cubicBezTo>
                  <a:cubicBezTo>
                    <a:pt x="1916" y="1199"/>
                    <a:pt x="1916" y="614"/>
                    <a:pt x="1549" y="263"/>
                  </a:cubicBezTo>
                  <a:cubicBezTo>
                    <a:pt x="1367" y="82"/>
                    <a:pt x="1143" y="1"/>
                    <a:pt x="923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8108698" y="3642516"/>
              <a:ext cx="61078" cy="58386"/>
            </a:xfrm>
            <a:custGeom>
              <a:avLst/>
              <a:gdLst/>
              <a:ahLst/>
              <a:cxnLst/>
              <a:rect l="l" t="t" r="r" b="b"/>
              <a:pathLst>
                <a:path w="1906" h="1822" extrusionOk="0">
                  <a:moveTo>
                    <a:pt x="906" y="0"/>
                  </a:moveTo>
                  <a:cubicBezTo>
                    <a:pt x="443" y="0"/>
                    <a:pt x="0" y="367"/>
                    <a:pt x="0" y="909"/>
                  </a:cubicBezTo>
                  <a:cubicBezTo>
                    <a:pt x="0" y="1459"/>
                    <a:pt x="446" y="1821"/>
                    <a:pt x="911" y="1821"/>
                  </a:cubicBezTo>
                  <a:cubicBezTo>
                    <a:pt x="1137" y="1821"/>
                    <a:pt x="1368" y="1735"/>
                    <a:pt x="1554" y="1544"/>
                  </a:cubicBezTo>
                  <a:cubicBezTo>
                    <a:pt x="1905" y="1193"/>
                    <a:pt x="1905" y="625"/>
                    <a:pt x="1538" y="274"/>
                  </a:cubicBezTo>
                  <a:cubicBezTo>
                    <a:pt x="1354" y="84"/>
                    <a:pt x="1127" y="0"/>
                    <a:pt x="906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7422807" y="4447486"/>
              <a:ext cx="61623" cy="58322"/>
            </a:xfrm>
            <a:custGeom>
              <a:avLst/>
              <a:gdLst/>
              <a:ahLst/>
              <a:cxnLst/>
              <a:rect l="l" t="t" r="r" b="b"/>
              <a:pathLst>
                <a:path w="1923" h="1820" extrusionOk="0">
                  <a:moveTo>
                    <a:pt x="1004" y="1"/>
                  </a:moveTo>
                  <a:cubicBezTo>
                    <a:pt x="780" y="1"/>
                    <a:pt x="552" y="83"/>
                    <a:pt x="368" y="267"/>
                  </a:cubicBezTo>
                  <a:cubicBezTo>
                    <a:pt x="1" y="618"/>
                    <a:pt x="17" y="1203"/>
                    <a:pt x="368" y="1553"/>
                  </a:cubicBezTo>
                  <a:cubicBezTo>
                    <a:pt x="552" y="1737"/>
                    <a:pt x="779" y="1819"/>
                    <a:pt x="1002" y="1819"/>
                  </a:cubicBezTo>
                  <a:cubicBezTo>
                    <a:pt x="1470" y="1819"/>
                    <a:pt x="1922" y="1456"/>
                    <a:pt x="1922" y="902"/>
                  </a:cubicBezTo>
                  <a:cubicBezTo>
                    <a:pt x="1922" y="360"/>
                    <a:pt x="1472" y="1"/>
                    <a:pt x="100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7304497" y="4329689"/>
              <a:ext cx="61590" cy="58322"/>
            </a:xfrm>
            <a:custGeom>
              <a:avLst/>
              <a:gdLst/>
              <a:ahLst/>
              <a:cxnLst/>
              <a:rect l="l" t="t" r="r" b="b"/>
              <a:pathLst>
                <a:path w="1922" h="1820" extrusionOk="0">
                  <a:moveTo>
                    <a:pt x="1000" y="1"/>
                  </a:moveTo>
                  <a:cubicBezTo>
                    <a:pt x="778" y="1"/>
                    <a:pt x="552" y="83"/>
                    <a:pt x="368" y="267"/>
                  </a:cubicBezTo>
                  <a:cubicBezTo>
                    <a:pt x="0" y="618"/>
                    <a:pt x="0" y="1203"/>
                    <a:pt x="368" y="1554"/>
                  </a:cubicBezTo>
                  <a:cubicBezTo>
                    <a:pt x="551" y="1737"/>
                    <a:pt x="778" y="1819"/>
                    <a:pt x="1001" y="1819"/>
                  </a:cubicBezTo>
                  <a:cubicBezTo>
                    <a:pt x="1469" y="1819"/>
                    <a:pt x="1922" y="1456"/>
                    <a:pt x="1922" y="902"/>
                  </a:cubicBezTo>
                  <a:cubicBezTo>
                    <a:pt x="1910" y="360"/>
                    <a:pt x="1464" y="1"/>
                    <a:pt x="1000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7445847" y="4305911"/>
              <a:ext cx="61430" cy="58418"/>
            </a:xfrm>
            <a:custGeom>
              <a:avLst/>
              <a:gdLst/>
              <a:ahLst/>
              <a:cxnLst/>
              <a:rect l="l" t="t" r="r" b="b"/>
              <a:pathLst>
                <a:path w="1917" h="1823" extrusionOk="0">
                  <a:moveTo>
                    <a:pt x="1000" y="0"/>
                  </a:moveTo>
                  <a:cubicBezTo>
                    <a:pt x="778" y="0"/>
                    <a:pt x="552" y="84"/>
                    <a:pt x="368" y="274"/>
                  </a:cubicBezTo>
                  <a:cubicBezTo>
                    <a:pt x="0" y="625"/>
                    <a:pt x="0" y="1210"/>
                    <a:pt x="368" y="1560"/>
                  </a:cubicBezTo>
                  <a:cubicBezTo>
                    <a:pt x="549" y="1742"/>
                    <a:pt x="773" y="1823"/>
                    <a:pt x="993" y="1823"/>
                  </a:cubicBezTo>
                  <a:cubicBezTo>
                    <a:pt x="1463" y="1823"/>
                    <a:pt x="1916" y="1455"/>
                    <a:pt x="1905" y="909"/>
                  </a:cubicBezTo>
                  <a:cubicBezTo>
                    <a:pt x="1905" y="367"/>
                    <a:pt x="1462" y="0"/>
                    <a:pt x="1000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7019104" y="3220676"/>
              <a:ext cx="1577383" cy="1565334"/>
            </a:xfrm>
            <a:custGeom>
              <a:avLst/>
              <a:gdLst/>
              <a:ahLst/>
              <a:cxnLst/>
              <a:rect l="l" t="t" r="r" b="b"/>
              <a:pathLst>
                <a:path w="49224" h="48848" extrusionOk="0">
                  <a:moveTo>
                    <a:pt x="11822" y="0"/>
                  </a:moveTo>
                  <a:cubicBezTo>
                    <a:pt x="11529" y="0"/>
                    <a:pt x="11237" y="113"/>
                    <a:pt x="11011" y="339"/>
                  </a:cubicBezTo>
                  <a:lnTo>
                    <a:pt x="452" y="10948"/>
                  </a:lnTo>
                  <a:cubicBezTo>
                    <a:pt x="1" y="11416"/>
                    <a:pt x="1" y="12135"/>
                    <a:pt x="452" y="12586"/>
                  </a:cubicBezTo>
                  <a:lnTo>
                    <a:pt x="36592" y="48509"/>
                  </a:lnTo>
                  <a:cubicBezTo>
                    <a:pt x="36818" y="48735"/>
                    <a:pt x="37114" y="48848"/>
                    <a:pt x="37411" y="48848"/>
                  </a:cubicBezTo>
                  <a:cubicBezTo>
                    <a:pt x="37708" y="48848"/>
                    <a:pt x="38004" y="48735"/>
                    <a:pt x="38230" y="48509"/>
                  </a:cubicBezTo>
                  <a:lnTo>
                    <a:pt x="48773" y="37899"/>
                  </a:lnTo>
                  <a:cubicBezTo>
                    <a:pt x="49224" y="37448"/>
                    <a:pt x="49224" y="36713"/>
                    <a:pt x="48773" y="36262"/>
                  </a:cubicBezTo>
                  <a:lnTo>
                    <a:pt x="12632" y="339"/>
                  </a:lnTo>
                  <a:cubicBezTo>
                    <a:pt x="12407" y="113"/>
                    <a:pt x="12114" y="0"/>
                    <a:pt x="11822" y="0"/>
                  </a:cubicBezTo>
                  <a:close/>
                </a:path>
              </a:pathLst>
            </a:custGeom>
            <a:solidFill>
              <a:srgbClr val="F3E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7502054" y="3701895"/>
              <a:ext cx="611483" cy="602863"/>
            </a:xfrm>
            <a:custGeom>
              <a:avLst/>
              <a:gdLst/>
              <a:ahLst/>
              <a:cxnLst/>
              <a:rect l="l" t="t" r="r" b="b"/>
              <a:pathLst>
                <a:path w="19082" h="18813" extrusionOk="0">
                  <a:moveTo>
                    <a:pt x="8113" y="1"/>
                  </a:moveTo>
                  <a:cubicBezTo>
                    <a:pt x="7814" y="1"/>
                    <a:pt x="7500" y="128"/>
                    <a:pt x="7252" y="376"/>
                  </a:cubicBezTo>
                  <a:lnTo>
                    <a:pt x="502" y="7160"/>
                  </a:lnTo>
                  <a:cubicBezTo>
                    <a:pt x="51" y="7611"/>
                    <a:pt x="1" y="8296"/>
                    <a:pt x="402" y="8697"/>
                  </a:cubicBezTo>
                  <a:lnTo>
                    <a:pt x="10310" y="18555"/>
                  </a:lnTo>
                  <a:cubicBezTo>
                    <a:pt x="10490" y="18728"/>
                    <a:pt x="10728" y="18813"/>
                    <a:pt x="10977" y="18813"/>
                  </a:cubicBezTo>
                  <a:cubicBezTo>
                    <a:pt x="11280" y="18813"/>
                    <a:pt x="11599" y="18686"/>
                    <a:pt x="11847" y="18438"/>
                  </a:cubicBezTo>
                  <a:lnTo>
                    <a:pt x="18581" y="11654"/>
                  </a:lnTo>
                  <a:cubicBezTo>
                    <a:pt x="19032" y="11203"/>
                    <a:pt x="19082" y="10518"/>
                    <a:pt x="18698" y="10117"/>
                  </a:cubicBezTo>
                  <a:lnTo>
                    <a:pt x="8773" y="259"/>
                  </a:lnTo>
                  <a:cubicBezTo>
                    <a:pt x="8592" y="86"/>
                    <a:pt x="8358" y="1"/>
                    <a:pt x="8113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8242005" y="4326997"/>
              <a:ext cx="78222" cy="58258"/>
            </a:xfrm>
            <a:custGeom>
              <a:avLst/>
              <a:gdLst/>
              <a:ahLst/>
              <a:cxnLst/>
              <a:rect l="l" t="t" r="r" b="b"/>
              <a:pathLst>
                <a:path w="2441" h="1818" extrusionOk="0">
                  <a:moveTo>
                    <a:pt x="1221" y="0"/>
                  </a:moveTo>
                  <a:cubicBezTo>
                    <a:pt x="402" y="0"/>
                    <a:pt x="1" y="986"/>
                    <a:pt x="586" y="1554"/>
                  </a:cubicBezTo>
                  <a:cubicBezTo>
                    <a:pt x="761" y="1729"/>
                    <a:pt x="991" y="1817"/>
                    <a:pt x="1221" y="1817"/>
                  </a:cubicBezTo>
                  <a:cubicBezTo>
                    <a:pt x="1450" y="1817"/>
                    <a:pt x="1680" y="1729"/>
                    <a:pt x="1856" y="1554"/>
                  </a:cubicBezTo>
                  <a:cubicBezTo>
                    <a:pt x="2440" y="986"/>
                    <a:pt x="2023" y="0"/>
                    <a:pt x="1221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8124240" y="4445307"/>
              <a:ext cx="78190" cy="58258"/>
            </a:xfrm>
            <a:custGeom>
              <a:avLst/>
              <a:gdLst/>
              <a:ahLst/>
              <a:cxnLst/>
              <a:rect l="l" t="t" r="r" b="b"/>
              <a:pathLst>
                <a:path w="2440" h="1818" extrusionOk="0">
                  <a:moveTo>
                    <a:pt x="1220" y="1"/>
                  </a:moveTo>
                  <a:cubicBezTo>
                    <a:pt x="401" y="1"/>
                    <a:pt x="0" y="987"/>
                    <a:pt x="585" y="1555"/>
                  </a:cubicBezTo>
                  <a:cubicBezTo>
                    <a:pt x="760" y="1730"/>
                    <a:pt x="990" y="1818"/>
                    <a:pt x="1222" y="1818"/>
                  </a:cubicBezTo>
                  <a:cubicBezTo>
                    <a:pt x="1454" y="1818"/>
                    <a:pt x="1688" y="1730"/>
                    <a:pt x="1871" y="1555"/>
                  </a:cubicBezTo>
                  <a:cubicBezTo>
                    <a:pt x="2439" y="987"/>
                    <a:pt x="2022" y="1"/>
                    <a:pt x="1220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8100655" y="4303957"/>
              <a:ext cx="78222" cy="58258"/>
            </a:xfrm>
            <a:custGeom>
              <a:avLst/>
              <a:gdLst/>
              <a:ahLst/>
              <a:cxnLst/>
              <a:rect l="l" t="t" r="r" b="b"/>
              <a:pathLst>
                <a:path w="2441" h="1818" extrusionOk="0">
                  <a:moveTo>
                    <a:pt x="1221" y="1"/>
                  </a:moveTo>
                  <a:cubicBezTo>
                    <a:pt x="402" y="1"/>
                    <a:pt x="1" y="986"/>
                    <a:pt x="586" y="1555"/>
                  </a:cubicBezTo>
                  <a:cubicBezTo>
                    <a:pt x="761" y="1730"/>
                    <a:pt x="991" y="1818"/>
                    <a:pt x="1221" y="1818"/>
                  </a:cubicBezTo>
                  <a:cubicBezTo>
                    <a:pt x="1450" y="1818"/>
                    <a:pt x="1680" y="1730"/>
                    <a:pt x="1855" y="1555"/>
                  </a:cubicBezTo>
                  <a:cubicBezTo>
                    <a:pt x="2440" y="986"/>
                    <a:pt x="2023" y="1"/>
                    <a:pt x="1221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7295909" y="3621430"/>
              <a:ext cx="77677" cy="58258"/>
            </a:xfrm>
            <a:custGeom>
              <a:avLst/>
              <a:gdLst/>
              <a:ahLst/>
              <a:cxnLst/>
              <a:rect l="l" t="t" r="r" b="b"/>
              <a:pathLst>
                <a:path w="2424" h="1818" extrusionOk="0">
                  <a:moveTo>
                    <a:pt x="1206" y="0"/>
                  </a:moveTo>
                  <a:cubicBezTo>
                    <a:pt x="974" y="0"/>
                    <a:pt x="744" y="88"/>
                    <a:pt x="569" y="264"/>
                  </a:cubicBezTo>
                  <a:cubicBezTo>
                    <a:pt x="1" y="848"/>
                    <a:pt x="402" y="1818"/>
                    <a:pt x="1204" y="1818"/>
                  </a:cubicBezTo>
                  <a:cubicBezTo>
                    <a:pt x="2023" y="1818"/>
                    <a:pt x="2424" y="832"/>
                    <a:pt x="1855" y="264"/>
                  </a:cubicBezTo>
                  <a:cubicBezTo>
                    <a:pt x="1672" y="88"/>
                    <a:pt x="1438" y="0"/>
                    <a:pt x="1206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7413194" y="3503088"/>
              <a:ext cx="78190" cy="58258"/>
            </a:xfrm>
            <a:custGeom>
              <a:avLst/>
              <a:gdLst/>
              <a:ahLst/>
              <a:cxnLst/>
              <a:rect l="l" t="t" r="r" b="b"/>
              <a:pathLst>
                <a:path w="2440" h="1818" extrusionOk="0">
                  <a:moveTo>
                    <a:pt x="1222" y="1"/>
                  </a:moveTo>
                  <a:cubicBezTo>
                    <a:pt x="990" y="1"/>
                    <a:pt x="760" y="89"/>
                    <a:pt x="585" y="264"/>
                  </a:cubicBezTo>
                  <a:cubicBezTo>
                    <a:pt x="0" y="849"/>
                    <a:pt x="418" y="1818"/>
                    <a:pt x="1236" y="1818"/>
                  </a:cubicBezTo>
                  <a:cubicBezTo>
                    <a:pt x="2038" y="1818"/>
                    <a:pt x="2439" y="832"/>
                    <a:pt x="1871" y="264"/>
                  </a:cubicBezTo>
                  <a:cubicBezTo>
                    <a:pt x="1688" y="89"/>
                    <a:pt x="1454" y="1"/>
                    <a:pt x="1222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7437259" y="3644439"/>
              <a:ext cx="77677" cy="58258"/>
            </a:xfrm>
            <a:custGeom>
              <a:avLst/>
              <a:gdLst/>
              <a:ahLst/>
              <a:cxnLst/>
              <a:rect l="l" t="t" r="r" b="b"/>
              <a:pathLst>
                <a:path w="2424" h="1818" extrusionOk="0">
                  <a:moveTo>
                    <a:pt x="1212" y="1"/>
                  </a:moveTo>
                  <a:cubicBezTo>
                    <a:pt x="978" y="1"/>
                    <a:pt x="744" y="89"/>
                    <a:pt x="569" y="264"/>
                  </a:cubicBezTo>
                  <a:cubicBezTo>
                    <a:pt x="1" y="849"/>
                    <a:pt x="402" y="1818"/>
                    <a:pt x="1221" y="1818"/>
                  </a:cubicBezTo>
                  <a:cubicBezTo>
                    <a:pt x="2023" y="1818"/>
                    <a:pt x="2424" y="832"/>
                    <a:pt x="1856" y="264"/>
                  </a:cubicBezTo>
                  <a:cubicBezTo>
                    <a:pt x="1680" y="89"/>
                    <a:pt x="1446" y="1"/>
                    <a:pt x="1212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39"/>
          <p:cNvGrpSpPr/>
          <p:nvPr/>
        </p:nvGrpSpPr>
        <p:grpSpPr>
          <a:xfrm>
            <a:off x="720000" y="2258601"/>
            <a:ext cx="3481228" cy="2303176"/>
            <a:chOff x="720000" y="2258601"/>
            <a:chExt cx="3481228" cy="2303176"/>
          </a:xfrm>
        </p:grpSpPr>
        <p:grpSp>
          <p:nvGrpSpPr>
            <p:cNvPr id="554" name="Google Shape;554;p39"/>
            <p:cNvGrpSpPr/>
            <p:nvPr/>
          </p:nvGrpSpPr>
          <p:grpSpPr>
            <a:xfrm>
              <a:off x="720000" y="2258601"/>
              <a:ext cx="3481228" cy="2303176"/>
              <a:chOff x="4439941" y="2113720"/>
              <a:chExt cx="3760238" cy="2487768"/>
            </a:xfrm>
          </p:grpSpPr>
          <p:sp>
            <p:nvSpPr>
              <p:cNvPr id="555" name="Google Shape;555;p39"/>
              <p:cNvSpPr/>
              <p:nvPr/>
            </p:nvSpPr>
            <p:spPr>
              <a:xfrm>
                <a:off x="4518174" y="2560578"/>
                <a:ext cx="920533" cy="1660999"/>
              </a:xfrm>
              <a:custGeom>
                <a:avLst/>
                <a:gdLst/>
                <a:ahLst/>
                <a:cxnLst/>
                <a:rect l="l" t="t" r="r" b="b"/>
                <a:pathLst>
                  <a:path w="28628" h="51656" extrusionOk="0">
                    <a:moveTo>
                      <a:pt x="24262" y="6099"/>
                    </a:moveTo>
                    <a:lnTo>
                      <a:pt x="24262" y="21279"/>
                    </a:lnTo>
                    <a:lnTo>
                      <a:pt x="5849" y="21279"/>
                    </a:lnTo>
                    <a:lnTo>
                      <a:pt x="5849" y="19513"/>
                    </a:lnTo>
                    <a:cubicBezTo>
                      <a:pt x="5949" y="19046"/>
                      <a:pt x="6132" y="18596"/>
                      <a:pt x="6382" y="18196"/>
                    </a:cubicBezTo>
                    <a:lnTo>
                      <a:pt x="17946" y="6632"/>
                    </a:lnTo>
                    <a:cubicBezTo>
                      <a:pt x="18330" y="6333"/>
                      <a:pt x="18780" y="6149"/>
                      <a:pt x="19263" y="6099"/>
                    </a:cubicBezTo>
                    <a:close/>
                    <a:moveTo>
                      <a:pt x="19129" y="1"/>
                    </a:moveTo>
                    <a:cubicBezTo>
                      <a:pt x="17946" y="34"/>
                      <a:pt x="16780" y="301"/>
                      <a:pt x="15697" y="767"/>
                    </a:cubicBezTo>
                    <a:cubicBezTo>
                      <a:pt x="14580" y="1200"/>
                      <a:pt x="13547" y="1834"/>
                      <a:pt x="12681" y="2667"/>
                    </a:cubicBezTo>
                    <a:lnTo>
                      <a:pt x="2667" y="12931"/>
                    </a:lnTo>
                    <a:cubicBezTo>
                      <a:pt x="1850" y="13797"/>
                      <a:pt x="1200" y="14831"/>
                      <a:pt x="784" y="15947"/>
                    </a:cubicBezTo>
                    <a:cubicBezTo>
                      <a:pt x="300" y="17030"/>
                      <a:pt x="34" y="18196"/>
                      <a:pt x="1" y="19396"/>
                    </a:cubicBezTo>
                    <a:lnTo>
                      <a:pt x="1" y="50705"/>
                    </a:lnTo>
                    <a:lnTo>
                      <a:pt x="5849" y="50705"/>
                    </a:lnTo>
                    <a:lnTo>
                      <a:pt x="5849" y="51655"/>
                    </a:lnTo>
                    <a:lnTo>
                      <a:pt x="28627" y="51655"/>
                    </a:lnTo>
                    <a:lnTo>
                      <a:pt x="28627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5435974" y="2113720"/>
                <a:ext cx="2685971" cy="2107857"/>
              </a:xfrm>
              <a:custGeom>
                <a:avLst/>
                <a:gdLst/>
                <a:ahLst/>
                <a:cxnLst/>
                <a:rect l="l" t="t" r="r" b="b"/>
                <a:pathLst>
                  <a:path w="83532" h="65553" extrusionOk="0">
                    <a:moveTo>
                      <a:pt x="79777" y="0"/>
                    </a:moveTo>
                    <a:cubicBezTo>
                      <a:pt x="79756" y="0"/>
                      <a:pt x="79736" y="1"/>
                      <a:pt x="79716" y="1"/>
                    </a:cubicBezTo>
                    <a:lnTo>
                      <a:pt x="3800" y="1"/>
                    </a:lnTo>
                    <a:cubicBezTo>
                      <a:pt x="1717" y="18"/>
                      <a:pt x="34" y="1701"/>
                      <a:pt x="1" y="3783"/>
                    </a:cubicBezTo>
                    <a:lnTo>
                      <a:pt x="1" y="65552"/>
                    </a:lnTo>
                    <a:lnTo>
                      <a:pt x="79716" y="65552"/>
                    </a:lnTo>
                    <a:cubicBezTo>
                      <a:pt x="81798" y="65519"/>
                      <a:pt x="83481" y="63836"/>
                      <a:pt x="83515" y="61753"/>
                    </a:cubicBezTo>
                    <a:lnTo>
                      <a:pt x="83515" y="3783"/>
                    </a:lnTo>
                    <a:cubicBezTo>
                      <a:pt x="83531" y="2784"/>
                      <a:pt x="83115" y="1817"/>
                      <a:pt x="82398" y="1117"/>
                    </a:cubicBezTo>
                    <a:cubicBezTo>
                      <a:pt x="81713" y="399"/>
                      <a:pt x="80771" y="0"/>
                      <a:pt x="79777" y="0"/>
                    </a:cubicBez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4984839" y="3436609"/>
                <a:ext cx="321518" cy="64310"/>
              </a:xfrm>
              <a:custGeom>
                <a:avLst/>
                <a:gdLst/>
                <a:ahLst/>
                <a:cxnLst/>
                <a:rect l="l" t="t" r="r" b="b"/>
                <a:pathLst>
                  <a:path w="9999" h="2000" extrusionOk="0">
                    <a:moveTo>
                      <a:pt x="1334" y="0"/>
                    </a:moveTo>
                    <a:cubicBezTo>
                      <a:pt x="1" y="0"/>
                      <a:pt x="1" y="2000"/>
                      <a:pt x="1334" y="2000"/>
                    </a:cubicBezTo>
                    <a:lnTo>
                      <a:pt x="8999" y="2000"/>
                    </a:lnTo>
                    <a:cubicBezTo>
                      <a:pt x="9549" y="2000"/>
                      <a:pt x="9998" y="1550"/>
                      <a:pt x="9998" y="1000"/>
                    </a:cubicBezTo>
                    <a:cubicBezTo>
                      <a:pt x="9998" y="450"/>
                      <a:pt x="9549" y="0"/>
                      <a:pt x="8999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5435974" y="2113720"/>
                <a:ext cx="2685971" cy="2107857"/>
              </a:xfrm>
              <a:custGeom>
                <a:avLst/>
                <a:gdLst/>
                <a:ahLst/>
                <a:cxnLst/>
                <a:rect l="l" t="t" r="r" b="b"/>
                <a:pathLst>
                  <a:path w="83532" h="65553" extrusionOk="0">
                    <a:moveTo>
                      <a:pt x="79777" y="0"/>
                    </a:moveTo>
                    <a:cubicBezTo>
                      <a:pt x="79756" y="0"/>
                      <a:pt x="79736" y="1"/>
                      <a:pt x="79716" y="1"/>
                    </a:cubicBezTo>
                    <a:lnTo>
                      <a:pt x="3800" y="1"/>
                    </a:lnTo>
                    <a:cubicBezTo>
                      <a:pt x="1717" y="18"/>
                      <a:pt x="34" y="1701"/>
                      <a:pt x="1" y="3783"/>
                    </a:cubicBezTo>
                    <a:lnTo>
                      <a:pt x="1" y="65552"/>
                    </a:lnTo>
                    <a:lnTo>
                      <a:pt x="79716" y="65552"/>
                    </a:lnTo>
                    <a:cubicBezTo>
                      <a:pt x="81798" y="65519"/>
                      <a:pt x="83481" y="63836"/>
                      <a:pt x="83515" y="61753"/>
                    </a:cubicBezTo>
                    <a:lnTo>
                      <a:pt x="83515" y="3783"/>
                    </a:lnTo>
                    <a:cubicBezTo>
                      <a:pt x="83531" y="2784"/>
                      <a:pt x="83115" y="1817"/>
                      <a:pt x="82398" y="1117"/>
                    </a:cubicBezTo>
                    <a:cubicBezTo>
                      <a:pt x="81713" y="399"/>
                      <a:pt x="80771" y="0"/>
                      <a:pt x="79777" y="0"/>
                    </a:cubicBezTo>
                    <a:close/>
                  </a:path>
                </a:pathLst>
              </a:custGeom>
              <a:solidFill>
                <a:srgbClr val="FFFFFF">
                  <a:alpha val="45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071968" y="2475914"/>
                <a:ext cx="1290219" cy="1240958"/>
              </a:xfrm>
              <a:custGeom>
                <a:avLst/>
                <a:gdLst/>
                <a:ahLst/>
                <a:cxnLst/>
                <a:rect l="l" t="t" r="r" b="b"/>
                <a:pathLst>
                  <a:path w="40125" h="38593" extrusionOk="0">
                    <a:moveTo>
                      <a:pt x="20829" y="1"/>
                    </a:moveTo>
                    <a:cubicBezTo>
                      <a:pt x="13014" y="1"/>
                      <a:pt x="5983" y="4700"/>
                      <a:pt x="3000" y="11915"/>
                    </a:cubicBezTo>
                    <a:cubicBezTo>
                      <a:pt x="1" y="19113"/>
                      <a:pt x="1667" y="27428"/>
                      <a:pt x="7182" y="32943"/>
                    </a:cubicBezTo>
                    <a:cubicBezTo>
                      <a:pt x="10872" y="36633"/>
                      <a:pt x="15807" y="38593"/>
                      <a:pt x="20830" y="38593"/>
                    </a:cubicBezTo>
                    <a:cubicBezTo>
                      <a:pt x="23316" y="38593"/>
                      <a:pt x="25822" y="38113"/>
                      <a:pt x="28211" y="37126"/>
                    </a:cubicBezTo>
                    <a:cubicBezTo>
                      <a:pt x="35426" y="34143"/>
                      <a:pt x="40125" y="27095"/>
                      <a:pt x="40125" y="19296"/>
                    </a:cubicBezTo>
                    <a:cubicBezTo>
                      <a:pt x="40125" y="8632"/>
                      <a:pt x="31477" y="1"/>
                      <a:pt x="208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384868" y="2740067"/>
                <a:ext cx="713166" cy="712651"/>
              </a:xfrm>
              <a:custGeom>
                <a:avLst/>
                <a:gdLst/>
                <a:ahLst/>
                <a:cxnLst/>
                <a:rect l="l" t="t" r="r" b="b"/>
                <a:pathLst>
                  <a:path w="22179" h="22163" extrusionOk="0">
                    <a:moveTo>
                      <a:pt x="8682" y="1"/>
                    </a:moveTo>
                    <a:cubicBezTo>
                      <a:pt x="8149" y="1"/>
                      <a:pt x="7716" y="434"/>
                      <a:pt x="7716" y="967"/>
                    </a:cubicBezTo>
                    <a:lnTo>
                      <a:pt x="7716" y="7716"/>
                    </a:lnTo>
                    <a:lnTo>
                      <a:pt x="967" y="7716"/>
                    </a:lnTo>
                    <a:cubicBezTo>
                      <a:pt x="957" y="7715"/>
                      <a:pt x="947" y="7715"/>
                      <a:pt x="937" y="7715"/>
                    </a:cubicBezTo>
                    <a:cubicBezTo>
                      <a:pt x="418" y="7715"/>
                      <a:pt x="1" y="8142"/>
                      <a:pt x="1" y="8665"/>
                    </a:cubicBezTo>
                    <a:lnTo>
                      <a:pt x="1" y="13498"/>
                    </a:lnTo>
                    <a:cubicBezTo>
                      <a:pt x="1" y="14014"/>
                      <a:pt x="434" y="14447"/>
                      <a:pt x="967" y="14447"/>
                    </a:cubicBezTo>
                    <a:lnTo>
                      <a:pt x="7716" y="14447"/>
                    </a:lnTo>
                    <a:lnTo>
                      <a:pt x="7716" y="21196"/>
                    </a:lnTo>
                    <a:cubicBezTo>
                      <a:pt x="7716" y="21729"/>
                      <a:pt x="8149" y="22162"/>
                      <a:pt x="8682" y="22162"/>
                    </a:cubicBezTo>
                    <a:lnTo>
                      <a:pt x="13498" y="22162"/>
                    </a:lnTo>
                    <a:cubicBezTo>
                      <a:pt x="14031" y="22162"/>
                      <a:pt x="14464" y="21729"/>
                      <a:pt x="14464" y="21196"/>
                    </a:cubicBezTo>
                    <a:lnTo>
                      <a:pt x="14464" y="14447"/>
                    </a:lnTo>
                    <a:lnTo>
                      <a:pt x="21212" y="14447"/>
                    </a:lnTo>
                    <a:cubicBezTo>
                      <a:pt x="21746" y="14447"/>
                      <a:pt x="22179" y="14014"/>
                      <a:pt x="22179" y="13498"/>
                    </a:cubicBezTo>
                    <a:lnTo>
                      <a:pt x="22179" y="8665"/>
                    </a:lnTo>
                    <a:cubicBezTo>
                      <a:pt x="22179" y="8142"/>
                      <a:pt x="21762" y="7715"/>
                      <a:pt x="21242" y="7715"/>
                    </a:cubicBezTo>
                    <a:cubicBezTo>
                      <a:pt x="21232" y="7715"/>
                      <a:pt x="21222" y="7715"/>
                      <a:pt x="21212" y="7716"/>
                    </a:cubicBezTo>
                    <a:lnTo>
                      <a:pt x="14464" y="7716"/>
                    </a:lnTo>
                    <a:lnTo>
                      <a:pt x="14464" y="967"/>
                    </a:lnTo>
                    <a:cubicBezTo>
                      <a:pt x="14464" y="434"/>
                      <a:pt x="14031" y="1"/>
                      <a:pt x="13498" y="1"/>
                    </a:cubicBezTo>
                    <a:close/>
                  </a:path>
                </a:pathLst>
              </a:custGeom>
              <a:solidFill>
                <a:srgbClr val="ED30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4439941" y="4099387"/>
                <a:ext cx="3760238" cy="122189"/>
              </a:xfrm>
              <a:custGeom>
                <a:avLst/>
                <a:gdLst/>
                <a:ahLst/>
                <a:cxnLst/>
                <a:rect l="l" t="t" r="r" b="b"/>
                <a:pathLst>
                  <a:path w="116941" h="3800" extrusionOk="0">
                    <a:moveTo>
                      <a:pt x="1900" y="0"/>
                    </a:moveTo>
                    <a:cubicBezTo>
                      <a:pt x="851" y="0"/>
                      <a:pt x="1" y="850"/>
                      <a:pt x="1" y="1900"/>
                    </a:cubicBezTo>
                    <a:cubicBezTo>
                      <a:pt x="1" y="2949"/>
                      <a:pt x="851" y="3799"/>
                      <a:pt x="1900" y="3799"/>
                    </a:cubicBezTo>
                    <a:lnTo>
                      <a:pt x="115041" y="3799"/>
                    </a:lnTo>
                    <a:cubicBezTo>
                      <a:pt x="116090" y="3799"/>
                      <a:pt x="116940" y="2949"/>
                      <a:pt x="116940" y="1900"/>
                    </a:cubicBezTo>
                    <a:cubicBezTo>
                      <a:pt x="116940" y="850"/>
                      <a:pt x="116090" y="0"/>
                      <a:pt x="115041" y="0"/>
                    </a:cubicBez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4439941" y="4099387"/>
                <a:ext cx="3760238" cy="122189"/>
              </a:xfrm>
              <a:custGeom>
                <a:avLst/>
                <a:gdLst/>
                <a:ahLst/>
                <a:cxnLst/>
                <a:rect l="l" t="t" r="r" b="b"/>
                <a:pathLst>
                  <a:path w="116941" h="3800" extrusionOk="0">
                    <a:moveTo>
                      <a:pt x="1900" y="0"/>
                    </a:moveTo>
                    <a:cubicBezTo>
                      <a:pt x="851" y="0"/>
                      <a:pt x="1" y="850"/>
                      <a:pt x="1" y="1900"/>
                    </a:cubicBezTo>
                    <a:cubicBezTo>
                      <a:pt x="1" y="2949"/>
                      <a:pt x="851" y="3799"/>
                      <a:pt x="1900" y="3799"/>
                    </a:cubicBezTo>
                    <a:lnTo>
                      <a:pt x="115041" y="3799"/>
                    </a:lnTo>
                    <a:cubicBezTo>
                      <a:pt x="116090" y="3799"/>
                      <a:pt x="116940" y="2949"/>
                      <a:pt x="116940" y="1900"/>
                    </a:cubicBezTo>
                    <a:cubicBezTo>
                      <a:pt x="116940" y="850"/>
                      <a:pt x="116090" y="0"/>
                      <a:pt x="115041" y="0"/>
                    </a:cubicBezTo>
                    <a:close/>
                  </a:path>
                </a:pathLst>
              </a:custGeom>
              <a:solidFill>
                <a:srgbClr val="0B1F2C">
                  <a:alpha val="116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5027187" y="3780056"/>
                <a:ext cx="853522" cy="821432"/>
              </a:xfrm>
              <a:custGeom>
                <a:avLst/>
                <a:gdLst/>
                <a:ahLst/>
                <a:cxnLst/>
                <a:rect l="l" t="t" r="r" b="b"/>
                <a:pathLst>
                  <a:path w="26544" h="25546" extrusionOk="0">
                    <a:moveTo>
                      <a:pt x="13780" y="0"/>
                    </a:moveTo>
                    <a:cubicBezTo>
                      <a:pt x="8615" y="0"/>
                      <a:pt x="3949" y="3116"/>
                      <a:pt x="1966" y="7882"/>
                    </a:cubicBezTo>
                    <a:cubicBezTo>
                      <a:pt x="0" y="12664"/>
                      <a:pt x="1083" y="18146"/>
                      <a:pt x="4749" y="21812"/>
                    </a:cubicBezTo>
                    <a:cubicBezTo>
                      <a:pt x="7190" y="24253"/>
                      <a:pt x="10459" y="25545"/>
                      <a:pt x="13782" y="25545"/>
                    </a:cubicBezTo>
                    <a:cubicBezTo>
                      <a:pt x="15426" y="25545"/>
                      <a:pt x="17085" y="25229"/>
                      <a:pt x="18663" y="24578"/>
                    </a:cubicBezTo>
                    <a:cubicBezTo>
                      <a:pt x="23445" y="22595"/>
                      <a:pt x="26544" y="17946"/>
                      <a:pt x="26544" y="12780"/>
                    </a:cubicBezTo>
                    <a:cubicBezTo>
                      <a:pt x="26544" y="5715"/>
                      <a:pt x="20829" y="0"/>
                      <a:pt x="13780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5163814" y="3907036"/>
                <a:ext cx="590462" cy="567632"/>
              </a:xfrm>
              <a:custGeom>
                <a:avLst/>
                <a:gdLst/>
                <a:ahLst/>
                <a:cxnLst/>
                <a:rect l="l" t="t" r="r" b="b"/>
                <a:pathLst>
                  <a:path w="18363" h="17653" extrusionOk="0">
                    <a:moveTo>
                      <a:pt x="9531" y="0"/>
                    </a:moveTo>
                    <a:cubicBezTo>
                      <a:pt x="5949" y="0"/>
                      <a:pt x="2733" y="2150"/>
                      <a:pt x="1367" y="5449"/>
                    </a:cubicBezTo>
                    <a:cubicBezTo>
                      <a:pt x="0" y="8748"/>
                      <a:pt x="750" y="12547"/>
                      <a:pt x="3283" y="15063"/>
                    </a:cubicBezTo>
                    <a:cubicBezTo>
                      <a:pt x="4976" y="16757"/>
                      <a:pt x="7235" y="17653"/>
                      <a:pt x="9532" y="17653"/>
                    </a:cubicBezTo>
                    <a:cubicBezTo>
                      <a:pt x="10672" y="17653"/>
                      <a:pt x="11820" y="17432"/>
                      <a:pt x="12914" y="16980"/>
                    </a:cubicBezTo>
                    <a:cubicBezTo>
                      <a:pt x="16213" y="15613"/>
                      <a:pt x="18363" y="12397"/>
                      <a:pt x="18363" y="8831"/>
                    </a:cubicBezTo>
                    <a:cubicBezTo>
                      <a:pt x="18363" y="3949"/>
                      <a:pt x="14397" y="0"/>
                      <a:pt x="95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5344911" y="4097233"/>
                <a:ext cx="218622" cy="187271"/>
              </a:xfrm>
              <a:custGeom>
                <a:avLst/>
                <a:gdLst/>
                <a:ahLst/>
                <a:cxnLst/>
                <a:rect l="l" t="t" r="r" b="b"/>
                <a:pathLst>
                  <a:path w="6799" h="5824" extrusionOk="0">
                    <a:moveTo>
                      <a:pt x="3899" y="0"/>
                    </a:moveTo>
                    <a:cubicBezTo>
                      <a:pt x="1300" y="0"/>
                      <a:pt x="0" y="3133"/>
                      <a:pt x="1833" y="4966"/>
                    </a:cubicBezTo>
                    <a:cubicBezTo>
                      <a:pt x="2426" y="5559"/>
                      <a:pt x="3155" y="5824"/>
                      <a:pt x="3870" y="5824"/>
                    </a:cubicBezTo>
                    <a:cubicBezTo>
                      <a:pt x="5365" y="5824"/>
                      <a:pt x="6799" y="4664"/>
                      <a:pt x="6799" y="2916"/>
                    </a:cubicBezTo>
                    <a:cubicBezTo>
                      <a:pt x="6799" y="1300"/>
                      <a:pt x="5499" y="0"/>
                      <a:pt x="3899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17998" y="3780056"/>
                <a:ext cx="854069" cy="821432"/>
              </a:xfrm>
              <a:custGeom>
                <a:avLst/>
                <a:gdLst/>
                <a:ahLst/>
                <a:cxnLst/>
                <a:rect l="l" t="t" r="r" b="b"/>
                <a:pathLst>
                  <a:path w="26561" h="25546" extrusionOk="0">
                    <a:moveTo>
                      <a:pt x="13780" y="0"/>
                    </a:moveTo>
                    <a:cubicBezTo>
                      <a:pt x="8615" y="0"/>
                      <a:pt x="3949" y="3116"/>
                      <a:pt x="1983" y="7882"/>
                    </a:cubicBezTo>
                    <a:cubicBezTo>
                      <a:pt x="0" y="12664"/>
                      <a:pt x="1100" y="18146"/>
                      <a:pt x="4749" y="21812"/>
                    </a:cubicBezTo>
                    <a:cubicBezTo>
                      <a:pt x="7190" y="24253"/>
                      <a:pt x="10459" y="25545"/>
                      <a:pt x="13782" y="25545"/>
                    </a:cubicBezTo>
                    <a:cubicBezTo>
                      <a:pt x="15426" y="25545"/>
                      <a:pt x="17085" y="25229"/>
                      <a:pt x="18662" y="24578"/>
                    </a:cubicBezTo>
                    <a:cubicBezTo>
                      <a:pt x="23445" y="22595"/>
                      <a:pt x="26561" y="17946"/>
                      <a:pt x="26561" y="12780"/>
                    </a:cubicBezTo>
                    <a:cubicBezTo>
                      <a:pt x="26561" y="5715"/>
                      <a:pt x="20829" y="0"/>
                      <a:pt x="13780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054624" y="3907036"/>
                <a:ext cx="590462" cy="567632"/>
              </a:xfrm>
              <a:custGeom>
                <a:avLst/>
                <a:gdLst/>
                <a:ahLst/>
                <a:cxnLst/>
                <a:rect l="l" t="t" r="r" b="b"/>
                <a:pathLst>
                  <a:path w="18363" h="17653" extrusionOk="0">
                    <a:moveTo>
                      <a:pt x="9531" y="0"/>
                    </a:moveTo>
                    <a:cubicBezTo>
                      <a:pt x="5965" y="0"/>
                      <a:pt x="2733" y="2150"/>
                      <a:pt x="1366" y="5449"/>
                    </a:cubicBezTo>
                    <a:cubicBezTo>
                      <a:pt x="0" y="8748"/>
                      <a:pt x="767" y="12547"/>
                      <a:pt x="3283" y="15063"/>
                    </a:cubicBezTo>
                    <a:cubicBezTo>
                      <a:pt x="4976" y="16757"/>
                      <a:pt x="7235" y="17653"/>
                      <a:pt x="9532" y="17653"/>
                    </a:cubicBezTo>
                    <a:cubicBezTo>
                      <a:pt x="10672" y="17653"/>
                      <a:pt x="11820" y="17432"/>
                      <a:pt x="12914" y="16980"/>
                    </a:cubicBezTo>
                    <a:cubicBezTo>
                      <a:pt x="16213" y="15613"/>
                      <a:pt x="18363" y="12397"/>
                      <a:pt x="18363" y="8831"/>
                    </a:cubicBezTo>
                    <a:cubicBezTo>
                      <a:pt x="18363" y="3949"/>
                      <a:pt x="14413" y="0"/>
                      <a:pt x="95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7235721" y="4097233"/>
                <a:ext cx="219168" cy="187271"/>
              </a:xfrm>
              <a:custGeom>
                <a:avLst/>
                <a:gdLst/>
                <a:ahLst/>
                <a:cxnLst/>
                <a:rect l="l" t="t" r="r" b="b"/>
                <a:pathLst>
                  <a:path w="6816" h="5824" extrusionOk="0">
                    <a:moveTo>
                      <a:pt x="3899" y="0"/>
                    </a:moveTo>
                    <a:cubicBezTo>
                      <a:pt x="1300" y="0"/>
                      <a:pt x="0" y="3133"/>
                      <a:pt x="1833" y="4966"/>
                    </a:cubicBezTo>
                    <a:cubicBezTo>
                      <a:pt x="2426" y="5559"/>
                      <a:pt x="3155" y="5824"/>
                      <a:pt x="3870" y="5824"/>
                    </a:cubicBezTo>
                    <a:cubicBezTo>
                      <a:pt x="5366" y="5824"/>
                      <a:pt x="6804" y="4664"/>
                      <a:pt x="6815" y="2916"/>
                    </a:cubicBezTo>
                    <a:cubicBezTo>
                      <a:pt x="6815" y="1300"/>
                      <a:pt x="5499" y="0"/>
                      <a:pt x="3899" y="0"/>
                    </a:cubicBezTo>
                    <a:close/>
                  </a:path>
                </a:pathLst>
              </a:custGeom>
              <a:solidFill>
                <a:srgbClr val="0A2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9" name="Google Shape;569;p39"/>
            <p:cNvSpPr/>
            <p:nvPr/>
          </p:nvSpPr>
          <p:spPr>
            <a:xfrm>
              <a:off x="962900" y="2853050"/>
              <a:ext cx="556925" cy="456390"/>
            </a:xfrm>
            <a:custGeom>
              <a:avLst/>
              <a:gdLst/>
              <a:ahLst/>
              <a:cxnLst/>
              <a:rect l="l" t="t" r="r" b="b"/>
              <a:pathLst>
                <a:path w="22175" h="18172" extrusionOk="0">
                  <a:moveTo>
                    <a:pt x="0" y="18172"/>
                  </a:moveTo>
                  <a:lnTo>
                    <a:pt x="22175" y="18172"/>
                  </a:lnTo>
                  <a:lnTo>
                    <a:pt x="22175" y="0"/>
                  </a:lnTo>
                  <a:lnTo>
                    <a:pt x="15090" y="0"/>
                  </a:lnTo>
                  <a:lnTo>
                    <a:pt x="69" y="150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2" name="Subtitle 2"/>
          <p:cNvSpPr>
            <a:spLocks noGrp="1"/>
          </p:cNvSpPr>
          <p:nvPr>
            <p:ph type="subTitle" idx="1"/>
          </p:nvPr>
        </p:nvSpPr>
        <p:spPr>
          <a:xfrm>
            <a:off x="990600" y="438150"/>
            <a:ext cx="7162800" cy="1143000"/>
          </a:xfrm>
        </p:spPr>
        <p:txBody>
          <a:bodyPr/>
          <a:lstStyle/>
          <a:p>
            <a:r>
              <a:rPr sz="4000" dirty="0"/>
              <a:t>FAERS </a:t>
            </a:r>
            <a:r>
              <a:rPr sz="4000" dirty="0" smtClean="0"/>
              <a:t>2019</a:t>
            </a:r>
            <a:r>
              <a:rPr lang="en-US" sz="4000" dirty="0" smtClean="0"/>
              <a:t> </a:t>
            </a:r>
            <a:r>
              <a:rPr sz="4000" dirty="0" smtClean="0"/>
              <a:t>Data</a:t>
            </a:r>
            <a:r>
              <a:rPr lang="en-US" sz="4000" dirty="0" smtClean="0"/>
              <a:t> </a:t>
            </a:r>
            <a:r>
              <a:rPr sz="4000" dirty="0" smtClean="0"/>
              <a:t>Overview</a:t>
            </a:r>
            <a:endParaRPr sz="4000" dirty="0"/>
          </a:p>
        </p:txBody>
      </p:sp>
      <p:sp>
        <p:nvSpPr>
          <p:cNvPr id="44" name="Rectangle 43"/>
          <p:cNvSpPr/>
          <p:nvPr/>
        </p:nvSpPr>
        <p:spPr>
          <a:xfrm>
            <a:off x="4422633" y="2724150"/>
            <a:ext cx="4134465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ind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ind"/>
                <a:ea typeface="Hind"/>
                <a:cs typeface="Hind"/>
                <a:sym typeface="Hind"/>
              </a:rPr>
              <a:t>Presented by:</a:t>
            </a:r>
          </a:p>
          <a:p>
            <a:pPr marL="457200" indent="-342900" algn="ctr">
              <a:buClr>
                <a:schemeClr val="dk1"/>
              </a:buClr>
              <a:buSzPts val="1000"/>
            </a:pPr>
            <a:r>
              <a:rPr kumimoji="0" lang="en-US" sz="4000" b="0" i="0" u="none" strike="noStrike" kern="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Hind"/>
                <a:ea typeface="Hind"/>
                <a:cs typeface="Hind"/>
                <a:sym typeface="Hind"/>
              </a:rPr>
              <a:t> </a:t>
            </a:r>
            <a:r>
              <a:rPr lang="en-US" sz="4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Hind"/>
                <a:ea typeface="Hind"/>
                <a:cs typeface="Hind"/>
                <a:sym typeface="Hind"/>
                <a:hlinkClick r:id="rId3"/>
              </a:rPr>
              <a:t>PwC Switzerland</a:t>
            </a:r>
          </a:p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ind"/>
              <a:buNone/>
              <a:tabLst/>
              <a:defRPr/>
            </a:pPr>
            <a:endParaRPr lang="en-US" sz="4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tx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>
            <a:spLocks noGrp="1"/>
          </p:cNvSpPr>
          <p:nvPr>
            <p:ph type="body" idx="1"/>
          </p:nvPr>
        </p:nvSpPr>
        <p:spPr>
          <a:xfrm>
            <a:off x="720000" y="860400"/>
            <a:ext cx="5874600" cy="38449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800" dirty="0" smtClean="0"/>
              <a:t>Analyze </a:t>
            </a:r>
            <a:r>
              <a:rPr lang="en-US" sz="1800" dirty="0" smtClean="0"/>
              <a:t>the top 10 most common adverse effects for </a:t>
            </a:r>
            <a:r>
              <a:rPr lang="en-US" sz="1800" dirty="0" err="1" smtClean="0"/>
              <a:t>Tramal</a:t>
            </a:r>
            <a:r>
              <a:rPr lang="en-US" sz="1800" dirty="0" smtClean="0"/>
              <a:t> in 2019 FAERS data.</a:t>
            </a:r>
          </a:p>
          <a:p>
            <a:r>
              <a:rPr lang="en-US" sz="1800" dirty="0" smtClean="0"/>
              <a:t>Compare </a:t>
            </a:r>
            <a:r>
              <a:rPr lang="en-US" sz="1800" dirty="0" err="1" smtClean="0"/>
              <a:t>Tramal’s</a:t>
            </a:r>
            <a:r>
              <a:rPr lang="en-US" sz="1800" dirty="0" smtClean="0"/>
              <a:t> adverse effects with </a:t>
            </a:r>
            <a:r>
              <a:rPr lang="en-US" sz="1800" dirty="0" err="1" smtClean="0"/>
              <a:t>Lyrica</a:t>
            </a:r>
            <a:r>
              <a:rPr lang="en-US" sz="1800" dirty="0" smtClean="0"/>
              <a:t>, a drug used for similar purposes.</a:t>
            </a:r>
          </a:p>
          <a:p>
            <a:r>
              <a:rPr lang="en-US" sz="1800" dirty="0" smtClean="0"/>
              <a:t>Propose </a:t>
            </a:r>
            <a:r>
              <a:rPr lang="en-US" sz="1800" dirty="0" smtClean="0"/>
              <a:t>further investigations to determine the preferred drug based on adverse effects.</a:t>
            </a:r>
            <a:endParaRPr lang="en-US" sz="1800" dirty="0"/>
          </a:p>
        </p:txBody>
      </p:sp>
      <p:sp>
        <p:nvSpPr>
          <p:cNvPr id="398" name="Google Shape;398;p36"/>
          <p:cNvSpPr txBox="1">
            <a:spLocks noGrp="1"/>
          </p:cNvSpPr>
          <p:nvPr>
            <p:ph type="title"/>
          </p:nvPr>
        </p:nvSpPr>
        <p:spPr>
          <a:xfrm>
            <a:off x="762000" y="438150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Overview of the Analysis</a:t>
            </a:r>
            <a:endParaRPr dirty="0"/>
          </a:p>
        </p:txBody>
      </p:sp>
      <p:grpSp>
        <p:nvGrpSpPr>
          <p:cNvPr id="399" name="Google Shape;399;p36"/>
          <p:cNvGrpSpPr/>
          <p:nvPr/>
        </p:nvGrpSpPr>
        <p:grpSpPr>
          <a:xfrm rot="-804741">
            <a:off x="6550306" y="3725128"/>
            <a:ext cx="2187672" cy="905145"/>
            <a:chOff x="238125" y="1360700"/>
            <a:chExt cx="7117075" cy="2944675"/>
          </a:xfrm>
        </p:grpSpPr>
        <p:sp>
          <p:nvSpPr>
            <p:cNvPr id="400" name="Google Shape;400;p36"/>
            <p:cNvSpPr/>
            <p:nvPr/>
          </p:nvSpPr>
          <p:spPr>
            <a:xfrm>
              <a:off x="238125" y="1728775"/>
              <a:ext cx="1226600" cy="2208525"/>
            </a:xfrm>
            <a:custGeom>
              <a:avLst/>
              <a:gdLst/>
              <a:ahLst/>
              <a:cxnLst/>
              <a:rect l="l" t="t" r="r" b="b"/>
              <a:pathLst>
                <a:path w="49064" h="88341" extrusionOk="0">
                  <a:moveTo>
                    <a:pt x="39277" y="10187"/>
                  </a:moveTo>
                  <a:lnTo>
                    <a:pt x="39277" y="78199"/>
                  </a:lnTo>
                  <a:cubicBezTo>
                    <a:pt x="22330" y="75752"/>
                    <a:pt x="9786" y="61251"/>
                    <a:pt x="9786" y="44170"/>
                  </a:cubicBezTo>
                  <a:cubicBezTo>
                    <a:pt x="9786" y="27090"/>
                    <a:pt x="22330" y="12589"/>
                    <a:pt x="39277" y="10187"/>
                  </a:cubicBezTo>
                  <a:close/>
                  <a:moveTo>
                    <a:pt x="44170" y="0"/>
                  </a:moveTo>
                  <a:cubicBezTo>
                    <a:pt x="19794" y="0"/>
                    <a:pt x="0" y="19795"/>
                    <a:pt x="0" y="44170"/>
                  </a:cubicBezTo>
                  <a:cubicBezTo>
                    <a:pt x="0" y="68591"/>
                    <a:pt x="19794" y="88340"/>
                    <a:pt x="44170" y="88340"/>
                  </a:cubicBezTo>
                  <a:cubicBezTo>
                    <a:pt x="46884" y="88340"/>
                    <a:pt x="49063" y="86161"/>
                    <a:pt x="49063" y="83448"/>
                  </a:cubicBezTo>
                  <a:lnTo>
                    <a:pt x="49063" y="4893"/>
                  </a:lnTo>
                  <a:cubicBezTo>
                    <a:pt x="49063" y="2180"/>
                    <a:pt x="46884" y="0"/>
                    <a:pt x="4417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6128600" y="1728775"/>
              <a:ext cx="1226600" cy="2208525"/>
            </a:xfrm>
            <a:custGeom>
              <a:avLst/>
              <a:gdLst/>
              <a:ahLst/>
              <a:cxnLst/>
              <a:rect l="l" t="t" r="r" b="b"/>
              <a:pathLst>
                <a:path w="49064" h="88341" extrusionOk="0">
                  <a:moveTo>
                    <a:pt x="9786" y="10187"/>
                  </a:moveTo>
                  <a:cubicBezTo>
                    <a:pt x="26734" y="12589"/>
                    <a:pt x="39277" y="27090"/>
                    <a:pt x="39277" y="44170"/>
                  </a:cubicBezTo>
                  <a:cubicBezTo>
                    <a:pt x="39277" y="61251"/>
                    <a:pt x="26734" y="75752"/>
                    <a:pt x="9786" y="78199"/>
                  </a:cubicBezTo>
                  <a:lnTo>
                    <a:pt x="9786" y="10187"/>
                  </a:lnTo>
                  <a:close/>
                  <a:moveTo>
                    <a:pt x="4893" y="0"/>
                  </a:moveTo>
                  <a:cubicBezTo>
                    <a:pt x="2180" y="0"/>
                    <a:pt x="0" y="2180"/>
                    <a:pt x="0" y="4893"/>
                  </a:cubicBezTo>
                  <a:lnTo>
                    <a:pt x="0" y="83448"/>
                  </a:lnTo>
                  <a:cubicBezTo>
                    <a:pt x="0" y="86161"/>
                    <a:pt x="2180" y="88340"/>
                    <a:pt x="4893" y="88340"/>
                  </a:cubicBezTo>
                  <a:cubicBezTo>
                    <a:pt x="29269" y="88340"/>
                    <a:pt x="49063" y="68591"/>
                    <a:pt x="49063" y="44170"/>
                  </a:cubicBezTo>
                  <a:cubicBezTo>
                    <a:pt x="49063" y="19795"/>
                    <a:pt x="29269" y="0"/>
                    <a:pt x="4893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1220050" y="1360700"/>
              <a:ext cx="5153225" cy="1472350"/>
            </a:xfrm>
            <a:custGeom>
              <a:avLst/>
              <a:gdLst/>
              <a:ahLst/>
              <a:cxnLst/>
              <a:rect l="l" t="t" r="r" b="b"/>
              <a:pathLst>
                <a:path w="206129" h="58894" extrusionOk="0">
                  <a:moveTo>
                    <a:pt x="9786" y="0"/>
                  </a:moveTo>
                  <a:cubicBezTo>
                    <a:pt x="4404" y="0"/>
                    <a:pt x="0" y="4404"/>
                    <a:pt x="0" y="9830"/>
                  </a:cubicBezTo>
                  <a:lnTo>
                    <a:pt x="0" y="58893"/>
                  </a:lnTo>
                  <a:lnTo>
                    <a:pt x="206128" y="58893"/>
                  </a:lnTo>
                  <a:lnTo>
                    <a:pt x="206128" y="9830"/>
                  </a:lnTo>
                  <a:cubicBezTo>
                    <a:pt x="206128" y="4404"/>
                    <a:pt x="201724" y="0"/>
                    <a:pt x="19634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1220050" y="2833025"/>
              <a:ext cx="5153225" cy="1472350"/>
            </a:xfrm>
            <a:custGeom>
              <a:avLst/>
              <a:gdLst/>
              <a:ahLst/>
              <a:cxnLst/>
              <a:rect l="l" t="t" r="r" b="b"/>
              <a:pathLst>
                <a:path w="206129" h="58894" extrusionOk="0">
                  <a:moveTo>
                    <a:pt x="0" y="0"/>
                  </a:moveTo>
                  <a:lnTo>
                    <a:pt x="0" y="49108"/>
                  </a:lnTo>
                  <a:cubicBezTo>
                    <a:pt x="0" y="54490"/>
                    <a:pt x="4404" y="58894"/>
                    <a:pt x="9786" y="58894"/>
                  </a:cubicBezTo>
                  <a:lnTo>
                    <a:pt x="196342" y="58894"/>
                  </a:lnTo>
                  <a:cubicBezTo>
                    <a:pt x="201724" y="58894"/>
                    <a:pt x="206128" y="54490"/>
                    <a:pt x="206128" y="49108"/>
                  </a:cubicBezTo>
                  <a:lnTo>
                    <a:pt x="206128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1833900" y="2710700"/>
              <a:ext cx="3925525" cy="244675"/>
            </a:xfrm>
            <a:custGeom>
              <a:avLst/>
              <a:gdLst/>
              <a:ahLst/>
              <a:cxnLst/>
              <a:rect l="l" t="t" r="r" b="b"/>
              <a:pathLst>
                <a:path w="157021" h="9787" extrusionOk="0">
                  <a:moveTo>
                    <a:pt x="4893" y="0"/>
                  </a:moveTo>
                  <a:cubicBezTo>
                    <a:pt x="2180" y="0"/>
                    <a:pt x="0" y="2180"/>
                    <a:pt x="0" y="4893"/>
                  </a:cubicBezTo>
                  <a:cubicBezTo>
                    <a:pt x="0" y="7607"/>
                    <a:pt x="2180" y="9786"/>
                    <a:pt x="4893" y="9786"/>
                  </a:cubicBezTo>
                  <a:lnTo>
                    <a:pt x="152127" y="9786"/>
                  </a:lnTo>
                  <a:cubicBezTo>
                    <a:pt x="154841" y="9786"/>
                    <a:pt x="157020" y="7607"/>
                    <a:pt x="157020" y="4893"/>
                  </a:cubicBezTo>
                  <a:cubicBezTo>
                    <a:pt x="157020" y="2180"/>
                    <a:pt x="154841" y="0"/>
                    <a:pt x="152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1832775" y="3201100"/>
              <a:ext cx="3927750" cy="245800"/>
            </a:xfrm>
            <a:custGeom>
              <a:avLst/>
              <a:gdLst/>
              <a:ahLst/>
              <a:cxnLst/>
              <a:rect l="l" t="t" r="r" b="b"/>
              <a:pathLst>
                <a:path w="157110" h="9832" extrusionOk="0">
                  <a:moveTo>
                    <a:pt x="4938" y="1"/>
                  </a:moveTo>
                  <a:cubicBezTo>
                    <a:pt x="2225" y="1"/>
                    <a:pt x="1" y="2225"/>
                    <a:pt x="1" y="4938"/>
                  </a:cubicBezTo>
                  <a:cubicBezTo>
                    <a:pt x="1" y="7607"/>
                    <a:pt x="2225" y="9831"/>
                    <a:pt x="4938" y="9831"/>
                  </a:cubicBezTo>
                  <a:lnTo>
                    <a:pt x="152172" y="9831"/>
                  </a:lnTo>
                  <a:cubicBezTo>
                    <a:pt x="154886" y="9831"/>
                    <a:pt x="157110" y="7607"/>
                    <a:pt x="157110" y="4938"/>
                  </a:cubicBezTo>
                  <a:cubicBezTo>
                    <a:pt x="157110" y="2225"/>
                    <a:pt x="154886" y="1"/>
                    <a:pt x="1521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1833900" y="3692625"/>
              <a:ext cx="3925525" cy="244675"/>
            </a:xfrm>
            <a:custGeom>
              <a:avLst/>
              <a:gdLst/>
              <a:ahLst/>
              <a:cxnLst/>
              <a:rect l="l" t="t" r="r" b="b"/>
              <a:pathLst>
                <a:path w="157021" h="9787" extrusionOk="0">
                  <a:moveTo>
                    <a:pt x="4893" y="1"/>
                  </a:moveTo>
                  <a:cubicBezTo>
                    <a:pt x="2180" y="1"/>
                    <a:pt x="0" y="2180"/>
                    <a:pt x="0" y="4894"/>
                  </a:cubicBezTo>
                  <a:cubicBezTo>
                    <a:pt x="0" y="7607"/>
                    <a:pt x="2180" y="9786"/>
                    <a:pt x="4893" y="9786"/>
                  </a:cubicBezTo>
                  <a:lnTo>
                    <a:pt x="152127" y="9786"/>
                  </a:lnTo>
                  <a:cubicBezTo>
                    <a:pt x="154841" y="9786"/>
                    <a:pt x="157020" y="7607"/>
                    <a:pt x="157020" y="4894"/>
                  </a:cubicBezTo>
                  <a:cubicBezTo>
                    <a:pt x="157020" y="2180"/>
                    <a:pt x="154841" y="1"/>
                    <a:pt x="152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>
            <a:spLocks noGrp="1"/>
          </p:cNvSpPr>
          <p:nvPr>
            <p:ph type="title" idx="2"/>
          </p:nvPr>
        </p:nvSpPr>
        <p:spPr>
          <a:xfrm>
            <a:off x="381000" y="285750"/>
            <a:ext cx="1680900" cy="7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13" name="Google Shape;413;p37"/>
          <p:cNvSpPr txBox="1">
            <a:spLocks noGrp="1"/>
          </p:cNvSpPr>
          <p:nvPr>
            <p:ph type="subTitle" idx="1"/>
          </p:nvPr>
        </p:nvSpPr>
        <p:spPr>
          <a:xfrm>
            <a:off x="381000" y="895350"/>
            <a:ext cx="1680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Nausea</a:t>
            </a:r>
            <a:endParaRPr dirty="0"/>
          </a:p>
        </p:txBody>
      </p:sp>
      <p:sp>
        <p:nvSpPr>
          <p:cNvPr id="415" name="Google Shape;415;p37"/>
          <p:cNvSpPr txBox="1">
            <a:spLocks noGrp="1"/>
          </p:cNvSpPr>
          <p:nvPr>
            <p:ph type="title" idx="4"/>
          </p:nvPr>
        </p:nvSpPr>
        <p:spPr>
          <a:xfrm>
            <a:off x="4038600" y="285750"/>
            <a:ext cx="1680900" cy="7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16" name="Google Shape;416;p37"/>
          <p:cNvSpPr txBox="1">
            <a:spLocks noGrp="1"/>
          </p:cNvSpPr>
          <p:nvPr>
            <p:ph type="subTitle" idx="5"/>
          </p:nvPr>
        </p:nvSpPr>
        <p:spPr>
          <a:xfrm>
            <a:off x="5486400" y="895350"/>
            <a:ext cx="1680900" cy="704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Headache</a:t>
            </a:r>
            <a:endParaRPr dirty="0"/>
          </a:p>
        </p:txBody>
      </p:sp>
      <p:sp>
        <p:nvSpPr>
          <p:cNvPr id="418" name="Google Shape;418;p37"/>
          <p:cNvSpPr txBox="1">
            <a:spLocks noGrp="1"/>
          </p:cNvSpPr>
          <p:nvPr>
            <p:ph type="title" idx="7"/>
          </p:nvPr>
        </p:nvSpPr>
        <p:spPr>
          <a:xfrm>
            <a:off x="2209800" y="285750"/>
            <a:ext cx="16809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19" name="Google Shape;419;p37"/>
          <p:cNvSpPr txBox="1">
            <a:spLocks noGrp="1"/>
          </p:cNvSpPr>
          <p:nvPr>
            <p:ph type="subTitle" idx="8"/>
          </p:nvPr>
        </p:nvSpPr>
        <p:spPr>
          <a:xfrm>
            <a:off x="2286000" y="89535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Pyrexia</a:t>
            </a:r>
            <a:endParaRPr dirty="0"/>
          </a:p>
        </p:txBody>
      </p:sp>
      <p:sp>
        <p:nvSpPr>
          <p:cNvPr id="421" name="Google Shape;421;p37"/>
          <p:cNvSpPr txBox="1">
            <a:spLocks noGrp="1"/>
          </p:cNvSpPr>
          <p:nvPr>
            <p:ph type="title" idx="13"/>
          </p:nvPr>
        </p:nvSpPr>
        <p:spPr>
          <a:xfrm>
            <a:off x="5562600" y="285750"/>
            <a:ext cx="16809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22" name="Google Shape;422;p37"/>
          <p:cNvSpPr txBox="1">
            <a:spLocks noGrp="1"/>
          </p:cNvSpPr>
          <p:nvPr>
            <p:ph type="subTitle" idx="14"/>
          </p:nvPr>
        </p:nvSpPr>
        <p:spPr>
          <a:xfrm>
            <a:off x="4114800" y="895350"/>
            <a:ext cx="1680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Abdominal Pain</a:t>
            </a:r>
            <a:endParaRPr dirty="0"/>
          </a:p>
        </p:txBody>
      </p:sp>
      <p:sp>
        <p:nvSpPr>
          <p:cNvPr id="424" name="Google Shape;424;p37"/>
          <p:cNvSpPr txBox="1">
            <a:spLocks noGrp="1"/>
          </p:cNvSpPr>
          <p:nvPr>
            <p:ph type="title" idx="16"/>
          </p:nvPr>
        </p:nvSpPr>
        <p:spPr>
          <a:xfrm>
            <a:off x="304800" y="1733550"/>
            <a:ext cx="1680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25" name="Google Shape;425;p37"/>
          <p:cNvSpPr txBox="1">
            <a:spLocks noGrp="1"/>
          </p:cNvSpPr>
          <p:nvPr>
            <p:ph type="subTitle" idx="17"/>
          </p:nvPr>
        </p:nvSpPr>
        <p:spPr>
          <a:xfrm>
            <a:off x="304800" y="2343150"/>
            <a:ext cx="16809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Dizziness</a:t>
            </a:r>
            <a:endParaRPr dirty="0"/>
          </a:p>
        </p:txBody>
      </p:sp>
      <p:grpSp>
        <p:nvGrpSpPr>
          <p:cNvPr id="427" name="Google Shape;427;p37"/>
          <p:cNvGrpSpPr/>
          <p:nvPr/>
        </p:nvGrpSpPr>
        <p:grpSpPr>
          <a:xfrm>
            <a:off x="5181600" y="971550"/>
            <a:ext cx="3775251" cy="3830131"/>
            <a:chOff x="4736279" y="1049867"/>
            <a:chExt cx="3775251" cy="3830131"/>
          </a:xfrm>
        </p:grpSpPr>
        <p:sp>
          <p:nvSpPr>
            <p:cNvPr id="428" name="Google Shape;428;p37"/>
            <p:cNvSpPr/>
            <p:nvPr/>
          </p:nvSpPr>
          <p:spPr>
            <a:xfrm>
              <a:off x="8103196" y="1093318"/>
              <a:ext cx="408334" cy="1392711"/>
            </a:xfrm>
            <a:custGeom>
              <a:avLst/>
              <a:gdLst/>
              <a:ahLst/>
              <a:cxnLst/>
              <a:rect l="l" t="t" r="r" b="b"/>
              <a:pathLst>
                <a:path w="20900" h="71284" extrusionOk="0">
                  <a:moveTo>
                    <a:pt x="3228" y="0"/>
                  </a:moveTo>
                  <a:cubicBezTo>
                    <a:pt x="1428" y="0"/>
                    <a:pt x="1" y="2438"/>
                    <a:pt x="1760" y="3980"/>
                  </a:cubicBezTo>
                  <a:cubicBezTo>
                    <a:pt x="1924" y="4117"/>
                    <a:pt x="16135" y="16438"/>
                    <a:pt x="13863" y="36673"/>
                  </a:cubicBezTo>
                  <a:lnTo>
                    <a:pt x="7674" y="70407"/>
                  </a:lnTo>
                  <a:lnTo>
                    <a:pt x="12083" y="71283"/>
                  </a:lnTo>
                  <a:lnTo>
                    <a:pt x="18271" y="37413"/>
                  </a:lnTo>
                  <a:cubicBezTo>
                    <a:pt x="18298" y="37358"/>
                    <a:pt x="18298" y="37303"/>
                    <a:pt x="18298" y="37248"/>
                  </a:cubicBezTo>
                  <a:cubicBezTo>
                    <a:pt x="20900" y="14522"/>
                    <a:pt x="5320" y="1105"/>
                    <a:pt x="4662" y="557"/>
                  </a:cubicBezTo>
                  <a:cubicBezTo>
                    <a:pt x="4192" y="166"/>
                    <a:pt x="3697" y="0"/>
                    <a:pt x="3228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7482236" y="2468895"/>
              <a:ext cx="856504" cy="880028"/>
            </a:xfrm>
            <a:custGeom>
              <a:avLst/>
              <a:gdLst/>
              <a:ahLst/>
              <a:cxnLst/>
              <a:rect l="l" t="t" r="r" b="b"/>
              <a:pathLst>
                <a:path w="43839" h="45043" extrusionOk="0">
                  <a:moveTo>
                    <a:pt x="39457" y="0"/>
                  </a:moveTo>
                  <a:lnTo>
                    <a:pt x="36336" y="17114"/>
                  </a:lnTo>
                  <a:cubicBezTo>
                    <a:pt x="36100" y="17980"/>
                    <a:pt x="30099" y="40571"/>
                    <a:pt x="5757" y="40571"/>
                  </a:cubicBezTo>
                  <a:cubicBezTo>
                    <a:pt x="4712" y="40571"/>
                    <a:pt x="3633" y="40529"/>
                    <a:pt x="2520" y="40443"/>
                  </a:cubicBezTo>
                  <a:cubicBezTo>
                    <a:pt x="2439" y="40434"/>
                    <a:pt x="2359" y="40429"/>
                    <a:pt x="2279" y="40429"/>
                  </a:cubicBezTo>
                  <a:cubicBezTo>
                    <a:pt x="1148" y="40429"/>
                    <a:pt x="185" y="41319"/>
                    <a:pt x="83" y="42496"/>
                  </a:cubicBezTo>
                  <a:cubicBezTo>
                    <a:pt x="1" y="43728"/>
                    <a:pt x="932" y="44824"/>
                    <a:pt x="2191" y="44906"/>
                  </a:cubicBezTo>
                  <a:cubicBezTo>
                    <a:pt x="3423" y="44988"/>
                    <a:pt x="4628" y="45043"/>
                    <a:pt x="5778" y="45043"/>
                  </a:cubicBezTo>
                  <a:cubicBezTo>
                    <a:pt x="33652" y="45043"/>
                    <a:pt x="40635" y="18318"/>
                    <a:pt x="40689" y="18045"/>
                  </a:cubicBezTo>
                  <a:lnTo>
                    <a:pt x="43838" y="876"/>
                  </a:lnTo>
                  <a:lnTo>
                    <a:pt x="39457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8076059" y="1049867"/>
              <a:ext cx="157296" cy="175017"/>
            </a:xfrm>
            <a:custGeom>
              <a:avLst/>
              <a:gdLst/>
              <a:ahLst/>
              <a:cxnLst/>
              <a:rect l="l" t="t" r="r" b="b"/>
              <a:pathLst>
                <a:path w="8051" h="8958" extrusionOk="0">
                  <a:moveTo>
                    <a:pt x="4912" y="0"/>
                  </a:moveTo>
                  <a:cubicBezTo>
                    <a:pt x="3889" y="0"/>
                    <a:pt x="2906" y="573"/>
                    <a:pt x="2437" y="1549"/>
                  </a:cubicBezTo>
                  <a:lnTo>
                    <a:pt x="712" y="4944"/>
                  </a:lnTo>
                  <a:cubicBezTo>
                    <a:pt x="0" y="6313"/>
                    <a:pt x="548" y="7984"/>
                    <a:pt x="1917" y="8668"/>
                  </a:cubicBezTo>
                  <a:cubicBezTo>
                    <a:pt x="2310" y="8865"/>
                    <a:pt x="2727" y="8957"/>
                    <a:pt x="3139" y="8957"/>
                  </a:cubicBezTo>
                  <a:cubicBezTo>
                    <a:pt x="4161" y="8957"/>
                    <a:pt x="5145" y="8385"/>
                    <a:pt x="5613" y="7409"/>
                  </a:cubicBezTo>
                  <a:lnTo>
                    <a:pt x="7338" y="4013"/>
                  </a:lnTo>
                  <a:cubicBezTo>
                    <a:pt x="8050" y="2672"/>
                    <a:pt x="7503" y="974"/>
                    <a:pt x="6133" y="289"/>
                  </a:cubicBezTo>
                  <a:cubicBezTo>
                    <a:pt x="5741" y="93"/>
                    <a:pt x="5323" y="0"/>
                    <a:pt x="491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6515559" y="1094061"/>
              <a:ext cx="393759" cy="1391969"/>
            </a:xfrm>
            <a:custGeom>
              <a:avLst/>
              <a:gdLst/>
              <a:ahLst/>
              <a:cxnLst/>
              <a:rect l="l" t="t" r="r" b="b"/>
              <a:pathLst>
                <a:path w="20154" h="71246" extrusionOk="0">
                  <a:moveTo>
                    <a:pt x="17669" y="0"/>
                  </a:moveTo>
                  <a:cubicBezTo>
                    <a:pt x="17168" y="0"/>
                    <a:pt x="16660" y="169"/>
                    <a:pt x="16238" y="519"/>
                  </a:cubicBezTo>
                  <a:cubicBezTo>
                    <a:pt x="15581" y="1067"/>
                    <a:pt x="1" y="14484"/>
                    <a:pt x="2602" y="37210"/>
                  </a:cubicBezTo>
                  <a:cubicBezTo>
                    <a:pt x="2602" y="37265"/>
                    <a:pt x="2602" y="37320"/>
                    <a:pt x="2629" y="37375"/>
                  </a:cubicBezTo>
                  <a:lnTo>
                    <a:pt x="8817" y="71245"/>
                  </a:lnTo>
                  <a:lnTo>
                    <a:pt x="13226" y="70369"/>
                  </a:lnTo>
                  <a:lnTo>
                    <a:pt x="7038" y="36635"/>
                  </a:lnTo>
                  <a:cubicBezTo>
                    <a:pt x="4765" y="16400"/>
                    <a:pt x="18976" y="4079"/>
                    <a:pt x="19140" y="3942"/>
                  </a:cubicBezTo>
                  <a:cubicBezTo>
                    <a:pt x="20044" y="3120"/>
                    <a:pt x="20153" y="1724"/>
                    <a:pt x="19359" y="793"/>
                  </a:cubicBezTo>
                  <a:cubicBezTo>
                    <a:pt x="18930" y="272"/>
                    <a:pt x="18305" y="0"/>
                    <a:pt x="17669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6687822" y="2468895"/>
              <a:ext cx="857559" cy="880028"/>
            </a:xfrm>
            <a:custGeom>
              <a:avLst/>
              <a:gdLst/>
              <a:ahLst/>
              <a:cxnLst/>
              <a:rect l="l" t="t" r="r" b="b"/>
              <a:pathLst>
                <a:path w="43893" h="45043" extrusionOk="0">
                  <a:moveTo>
                    <a:pt x="4409" y="0"/>
                  </a:moveTo>
                  <a:lnTo>
                    <a:pt x="0" y="876"/>
                  </a:lnTo>
                  <a:lnTo>
                    <a:pt x="3149" y="18045"/>
                  </a:lnTo>
                  <a:cubicBezTo>
                    <a:pt x="3231" y="18318"/>
                    <a:pt x="10214" y="45043"/>
                    <a:pt x="38088" y="45043"/>
                  </a:cubicBezTo>
                  <a:cubicBezTo>
                    <a:pt x="39238" y="45043"/>
                    <a:pt x="40443" y="44988"/>
                    <a:pt x="41675" y="44906"/>
                  </a:cubicBezTo>
                  <a:cubicBezTo>
                    <a:pt x="42934" y="44824"/>
                    <a:pt x="43893" y="43728"/>
                    <a:pt x="43783" y="42469"/>
                  </a:cubicBezTo>
                  <a:cubicBezTo>
                    <a:pt x="43706" y="41317"/>
                    <a:pt x="42721" y="40429"/>
                    <a:pt x="41587" y="40429"/>
                  </a:cubicBezTo>
                  <a:cubicBezTo>
                    <a:pt x="41508" y="40429"/>
                    <a:pt x="41427" y="40434"/>
                    <a:pt x="41346" y="40443"/>
                  </a:cubicBezTo>
                  <a:cubicBezTo>
                    <a:pt x="40233" y="40529"/>
                    <a:pt x="39154" y="40571"/>
                    <a:pt x="38109" y="40571"/>
                  </a:cubicBezTo>
                  <a:cubicBezTo>
                    <a:pt x="13767" y="40571"/>
                    <a:pt x="7767" y="17980"/>
                    <a:pt x="7530" y="17114"/>
                  </a:cubicBezTo>
                  <a:lnTo>
                    <a:pt x="4409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6793734" y="1049867"/>
              <a:ext cx="156769" cy="175017"/>
            </a:xfrm>
            <a:custGeom>
              <a:avLst/>
              <a:gdLst/>
              <a:ahLst/>
              <a:cxnLst/>
              <a:rect l="l" t="t" r="r" b="b"/>
              <a:pathLst>
                <a:path w="8024" h="8958" extrusionOk="0">
                  <a:moveTo>
                    <a:pt x="3139" y="0"/>
                  </a:moveTo>
                  <a:cubicBezTo>
                    <a:pt x="2728" y="0"/>
                    <a:pt x="2310" y="93"/>
                    <a:pt x="1918" y="289"/>
                  </a:cubicBezTo>
                  <a:cubicBezTo>
                    <a:pt x="548" y="974"/>
                    <a:pt x="1" y="2672"/>
                    <a:pt x="713" y="4013"/>
                  </a:cubicBezTo>
                  <a:lnTo>
                    <a:pt x="2438" y="7409"/>
                  </a:lnTo>
                  <a:cubicBezTo>
                    <a:pt x="2906" y="8385"/>
                    <a:pt x="3890" y="8957"/>
                    <a:pt x="4912" y="8957"/>
                  </a:cubicBezTo>
                  <a:cubicBezTo>
                    <a:pt x="5324" y="8957"/>
                    <a:pt x="5741" y="8865"/>
                    <a:pt x="6134" y="8668"/>
                  </a:cubicBezTo>
                  <a:cubicBezTo>
                    <a:pt x="7503" y="7984"/>
                    <a:pt x="8024" y="6313"/>
                    <a:pt x="7339" y="4944"/>
                  </a:cubicBezTo>
                  <a:lnTo>
                    <a:pt x="5614" y="1549"/>
                  </a:lnTo>
                  <a:cubicBezTo>
                    <a:pt x="5145" y="573"/>
                    <a:pt x="4162" y="0"/>
                    <a:pt x="313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4875894" y="3095873"/>
              <a:ext cx="2652372" cy="1784125"/>
            </a:xfrm>
            <a:custGeom>
              <a:avLst/>
              <a:gdLst/>
              <a:ahLst/>
              <a:cxnLst/>
              <a:rect l="l" t="t" r="r" b="b"/>
              <a:pathLst>
                <a:path w="135758" h="91318" extrusionOk="0">
                  <a:moveTo>
                    <a:pt x="60979" y="0"/>
                  </a:moveTo>
                  <a:cubicBezTo>
                    <a:pt x="51505" y="0"/>
                    <a:pt x="43838" y="7694"/>
                    <a:pt x="43811" y="17168"/>
                  </a:cubicBezTo>
                  <a:lnTo>
                    <a:pt x="43729" y="46549"/>
                  </a:lnTo>
                  <a:cubicBezTo>
                    <a:pt x="43729" y="53558"/>
                    <a:pt x="38061" y="59226"/>
                    <a:pt x="31051" y="59226"/>
                  </a:cubicBezTo>
                  <a:lnTo>
                    <a:pt x="17169" y="59226"/>
                  </a:lnTo>
                  <a:cubicBezTo>
                    <a:pt x="10159" y="59226"/>
                    <a:pt x="4491" y="53558"/>
                    <a:pt x="4491" y="46549"/>
                  </a:cubicBezTo>
                  <a:lnTo>
                    <a:pt x="4491" y="17442"/>
                  </a:lnTo>
                  <a:lnTo>
                    <a:pt x="1" y="17442"/>
                  </a:lnTo>
                  <a:lnTo>
                    <a:pt x="1" y="46549"/>
                  </a:lnTo>
                  <a:cubicBezTo>
                    <a:pt x="1" y="56023"/>
                    <a:pt x="7695" y="63717"/>
                    <a:pt x="17169" y="63717"/>
                  </a:cubicBezTo>
                  <a:lnTo>
                    <a:pt x="31051" y="63717"/>
                  </a:lnTo>
                  <a:cubicBezTo>
                    <a:pt x="40525" y="63689"/>
                    <a:pt x="48192" y="56023"/>
                    <a:pt x="48192" y="46549"/>
                  </a:cubicBezTo>
                  <a:lnTo>
                    <a:pt x="48301" y="17168"/>
                  </a:lnTo>
                  <a:cubicBezTo>
                    <a:pt x="48301" y="10159"/>
                    <a:pt x="53969" y="4491"/>
                    <a:pt x="60979" y="4463"/>
                  </a:cubicBezTo>
                  <a:lnTo>
                    <a:pt x="74861" y="4463"/>
                  </a:lnTo>
                  <a:cubicBezTo>
                    <a:pt x="81871" y="4491"/>
                    <a:pt x="87539" y="10159"/>
                    <a:pt x="87539" y="17168"/>
                  </a:cubicBezTo>
                  <a:lnTo>
                    <a:pt x="87539" y="74149"/>
                  </a:lnTo>
                  <a:cubicBezTo>
                    <a:pt x="87566" y="83623"/>
                    <a:pt x="95233" y="91317"/>
                    <a:pt x="104707" y="91317"/>
                  </a:cubicBezTo>
                  <a:lnTo>
                    <a:pt x="118589" y="91317"/>
                  </a:lnTo>
                  <a:cubicBezTo>
                    <a:pt x="128063" y="91317"/>
                    <a:pt x="135758" y="83623"/>
                    <a:pt x="135758" y="74149"/>
                  </a:cubicBezTo>
                  <a:lnTo>
                    <a:pt x="135758" y="12952"/>
                  </a:lnTo>
                  <a:lnTo>
                    <a:pt x="131267" y="12952"/>
                  </a:lnTo>
                  <a:lnTo>
                    <a:pt x="131267" y="74149"/>
                  </a:lnTo>
                  <a:cubicBezTo>
                    <a:pt x="131267" y="81159"/>
                    <a:pt x="125599" y="86827"/>
                    <a:pt x="118589" y="86854"/>
                  </a:cubicBezTo>
                  <a:lnTo>
                    <a:pt x="104707" y="86854"/>
                  </a:lnTo>
                  <a:cubicBezTo>
                    <a:pt x="97725" y="86827"/>
                    <a:pt x="92029" y="81159"/>
                    <a:pt x="92029" y="74149"/>
                  </a:cubicBezTo>
                  <a:lnTo>
                    <a:pt x="92029" y="17168"/>
                  </a:lnTo>
                  <a:cubicBezTo>
                    <a:pt x="92029" y="7694"/>
                    <a:pt x="84335" y="0"/>
                    <a:pt x="7486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7277346" y="3096400"/>
              <a:ext cx="414078" cy="414078"/>
            </a:xfrm>
            <a:custGeom>
              <a:avLst/>
              <a:gdLst/>
              <a:ahLst/>
              <a:cxnLst/>
              <a:rect l="l" t="t" r="r" b="b"/>
              <a:pathLst>
                <a:path w="21194" h="21194" extrusionOk="0">
                  <a:moveTo>
                    <a:pt x="8297" y="1"/>
                  </a:moveTo>
                  <a:cubicBezTo>
                    <a:pt x="7777" y="1"/>
                    <a:pt x="7366" y="411"/>
                    <a:pt x="7366" y="932"/>
                  </a:cubicBezTo>
                  <a:lnTo>
                    <a:pt x="7366" y="7394"/>
                  </a:lnTo>
                  <a:lnTo>
                    <a:pt x="932" y="7394"/>
                  </a:lnTo>
                  <a:cubicBezTo>
                    <a:pt x="916" y="7393"/>
                    <a:pt x="901" y="7392"/>
                    <a:pt x="885" y="7392"/>
                  </a:cubicBezTo>
                  <a:cubicBezTo>
                    <a:pt x="387" y="7392"/>
                    <a:pt x="1" y="7819"/>
                    <a:pt x="1" y="8297"/>
                  </a:cubicBezTo>
                  <a:lnTo>
                    <a:pt x="1" y="12897"/>
                  </a:lnTo>
                  <a:cubicBezTo>
                    <a:pt x="1" y="13417"/>
                    <a:pt x="411" y="13828"/>
                    <a:pt x="932" y="13828"/>
                  </a:cubicBezTo>
                  <a:lnTo>
                    <a:pt x="7366" y="13828"/>
                  </a:lnTo>
                  <a:lnTo>
                    <a:pt x="7366" y="20290"/>
                  </a:lnTo>
                  <a:cubicBezTo>
                    <a:pt x="7366" y="20783"/>
                    <a:pt x="7777" y="21194"/>
                    <a:pt x="8297" y="21194"/>
                  </a:cubicBezTo>
                  <a:lnTo>
                    <a:pt x="12897" y="21194"/>
                  </a:lnTo>
                  <a:cubicBezTo>
                    <a:pt x="13418" y="21194"/>
                    <a:pt x="13828" y="20783"/>
                    <a:pt x="13828" y="20290"/>
                  </a:cubicBezTo>
                  <a:lnTo>
                    <a:pt x="13828" y="13828"/>
                  </a:lnTo>
                  <a:lnTo>
                    <a:pt x="20290" y="13828"/>
                  </a:lnTo>
                  <a:cubicBezTo>
                    <a:pt x="20783" y="13828"/>
                    <a:pt x="21194" y="13417"/>
                    <a:pt x="21194" y="12897"/>
                  </a:cubicBezTo>
                  <a:lnTo>
                    <a:pt x="21194" y="8297"/>
                  </a:lnTo>
                  <a:cubicBezTo>
                    <a:pt x="21194" y="7819"/>
                    <a:pt x="20807" y="7392"/>
                    <a:pt x="20334" y="7392"/>
                  </a:cubicBezTo>
                  <a:cubicBezTo>
                    <a:pt x="20320" y="7392"/>
                    <a:pt x="20305" y="7393"/>
                    <a:pt x="20290" y="7394"/>
                  </a:cubicBezTo>
                  <a:lnTo>
                    <a:pt x="13828" y="7394"/>
                  </a:lnTo>
                  <a:lnTo>
                    <a:pt x="13828" y="932"/>
                  </a:lnTo>
                  <a:cubicBezTo>
                    <a:pt x="13828" y="411"/>
                    <a:pt x="13418" y="1"/>
                    <a:pt x="12897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4736279" y="3406675"/>
              <a:ext cx="409252" cy="393837"/>
            </a:xfrm>
            <a:custGeom>
              <a:avLst/>
              <a:gdLst/>
              <a:ahLst/>
              <a:cxnLst/>
              <a:rect l="l" t="t" r="r" b="b"/>
              <a:pathLst>
                <a:path w="20947" h="20158" extrusionOk="0">
                  <a:moveTo>
                    <a:pt x="10076" y="1"/>
                  </a:moveTo>
                  <a:cubicBezTo>
                    <a:pt x="4518" y="1"/>
                    <a:pt x="0" y="4519"/>
                    <a:pt x="0" y="10077"/>
                  </a:cubicBezTo>
                  <a:cubicBezTo>
                    <a:pt x="0" y="14157"/>
                    <a:pt x="2464" y="17826"/>
                    <a:pt x="6216" y="19387"/>
                  </a:cubicBezTo>
                  <a:cubicBezTo>
                    <a:pt x="7470" y="19905"/>
                    <a:pt x="8785" y="20158"/>
                    <a:pt x="10087" y="20158"/>
                  </a:cubicBezTo>
                  <a:cubicBezTo>
                    <a:pt x="12707" y="20158"/>
                    <a:pt x="15275" y="19135"/>
                    <a:pt x="17196" y="17196"/>
                  </a:cubicBezTo>
                  <a:cubicBezTo>
                    <a:pt x="20098" y="14321"/>
                    <a:pt x="20947" y="9995"/>
                    <a:pt x="19386" y="6216"/>
                  </a:cubicBezTo>
                  <a:cubicBezTo>
                    <a:pt x="17825" y="2465"/>
                    <a:pt x="14156" y="1"/>
                    <a:pt x="10076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4849147" y="3519563"/>
              <a:ext cx="196352" cy="168198"/>
            </a:xfrm>
            <a:custGeom>
              <a:avLst/>
              <a:gdLst/>
              <a:ahLst/>
              <a:cxnLst/>
              <a:rect l="l" t="t" r="r" b="b"/>
              <a:pathLst>
                <a:path w="10050" h="8609" extrusionOk="0">
                  <a:moveTo>
                    <a:pt x="4299" y="0"/>
                  </a:moveTo>
                  <a:cubicBezTo>
                    <a:pt x="1917" y="0"/>
                    <a:pt x="0" y="1917"/>
                    <a:pt x="0" y="4299"/>
                  </a:cubicBezTo>
                  <a:cubicBezTo>
                    <a:pt x="0" y="6892"/>
                    <a:pt x="2118" y="8608"/>
                    <a:pt x="4327" y="8608"/>
                  </a:cubicBezTo>
                  <a:cubicBezTo>
                    <a:pt x="5384" y="8608"/>
                    <a:pt x="6462" y="8216"/>
                    <a:pt x="7339" y="7338"/>
                  </a:cubicBezTo>
                  <a:cubicBezTo>
                    <a:pt x="10049" y="4628"/>
                    <a:pt x="8133" y="0"/>
                    <a:pt x="4299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424;p37"/>
          <p:cNvSpPr txBox="1">
            <a:spLocks noGrp="1"/>
          </p:cNvSpPr>
          <p:nvPr>
            <p:ph type="title" idx="16"/>
          </p:nvPr>
        </p:nvSpPr>
        <p:spPr>
          <a:xfrm>
            <a:off x="4724400" y="1657350"/>
            <a:ext cx="14478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07</a:t>
            </a:r>
            <a:endParaRPr dirty="0"/>
          </a:p>
        </p:txBody>
      </p:sp>
      <p:sp>
        <p:nvSpPr>
          <p:cNvPr id="33" name="Google Shape;424;p37"/>
          <p:cNvSpPr txBox="1">
            <a:spLocks noGrp="1"/>
          </p:cNvSpPr>
          <p:nvPr>
            <p:ph type="title" idx="16"/>
          </p:nvPr>
        </p:nvSpPr>
        <p:spPr>
          <a:xfrm>
            <a:off x="2362200" y="1657350"/>
            <a:ext cx="1680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06</a:t>
            </a:r>
            <a:endParaRPr dirty="0"/>
          </a:p>
        </p:txBody>
      </p:sp>
      <p:sp>
        <p:nvSpPr>
          <p:cNvPr id="34" name="Google Shape;425;p37"/>
          <p:cNvSpPr txBox="1">
            <a:spLocks/>
          </p:cNvSpPr>
          <p:nvPr/>
        </p:nvSpPr>
        <p:spPr>
          <a:xfrm>
            <a:off x="2362200" y="2266950"/>
            <a:ext cx="1680900" cy="3204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Somnolence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39" name="Google Shape;424;p37"/>
          <p:cNvSpPr txBox="1">
            <a:spLocks noGrp="1"/>
          </p:cNvSpPr>
          <p:nvPr>
            <p:ph type="title" idx="16"/>
          </p:nvPr>
        </p:nvSpPr>
        <p:spPr>
          <a:xfrm>
            <a:off x="304800" y="3181350"/>
            <a:ext cx="1680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08</a:t>
            </a:r>
            <a:endParaRPr dirty="0"/>
          </a:p>
        </p:txBody>
      </p:sp>
      <p:sp>
        <p:nvSpPr>
          <p:cNvPr id="40" name="Google Shape;425;p37"/>
          <p:cNvSpPr txBox="1">
            <a:spLocks/>
          </p:cNvSpPr>
          <p:nvPr/>
        </p:nvSpPr>
        <p:spPr>
          <a:xfrm>
            <a:off x="304800" y="3790950"/>
            <a:ext cx="1680900" cy="3204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Anxiety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42" name="Google Shape;424;p37"/>
          <p:cNvSpPr txBox="1">
            <a:spLocks noGrp="1"/>
          </p:cNvSpPr>
          <p:nvPr>
            <p:ph type="title" idx="16"/>
          </p:nvPr>
        </p:nvSpPr>
        <p:spPr>
          <a:xfrm>
            <a:off x="2209800" y="3181350"/>
            <a:ext cx="1680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09</a:t>
            </a:r>
            <a:endParaRPr dirty="0"/>
          </a:p>
        </p:txBody>
      </p:sp>
      <p:sp>
        <p:nvSpPr>
          <p:cNvPr id="43" name="Google Shape;425;p37"/>
          <p:cNvSpPr txBox="1">
            <a:spLocks/>
          </p:cNvSpPr>
          <p:nvPr/>
        </p:nvSpPr>
        <p:spPr>
          <a:xfrm>
            <a:off x="2209800" y="3790950"/>
            <a:ext cx="1680900" cy="3204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Tachycardia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47" name="Google Shape;424;p37"/>
          <p:cNvSpPr txBox="1">
            <a:spLocks noGrp="1"/>
          </p:cNvSpPr>
          <p:nvPr>
            <p:ph type="title" idx="16"/>
          </p:nvPr>
        </p:nvSpPr>
        <p:spPr>
          <a:xfrm>
            <a:off x="3886200" y="3257550"/>
            <a:ext cx="1680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10</a:t>
            </a:r>
            <a:endParaRPr dirty="0"/>
          </a:p>
        </p:txBody>
      </p:sp>
      <p:sp>
        <p:nvSpPr>
          <p:cNvPr id="48" name="Google Shape;425;p37"/>
          <p:cNvSpPr txBox="1">
            <a:spLocks/>
          </p:cNvSpPr>
          <p:nvPr/>
        </p:nvSpPr>
        <p:spPr>
          <a:xfrm>
            <a:off x="3886200" y="3867150"/>
            <a:ext cx="1680900" cy="3204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Constipation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53" name="Google Shape;425;p37"/>
          <p:cNvSpPr txBox="1">
            <a:spLocks/>
          </p:cNvSpPr>
          <p:nvPr/>
        </p:nvSpPr>
        <p:spPr>
          <a:xfrm>
            <a:off x="4495800" y="2266950"/>
            <a:ext cx="1680900" cy="3204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noProof="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Vomiting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57" name="Google Shape;398;p36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763000" cy="457200"/>
          </a:xfrm>
          <a:prstGeom prst="rect">
            <a:avLst/>
          </a:prstGeom>
          <a:solidFill>
            <a:schemeClr val="bg1">
              <a:alpha val="89000"/>
            </a:scheme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Identify the top 10 most reported adverse effects for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Tramal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in 2019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0"/>
          <p:cNvSpPr txBox="1">
            <a:spLocks noGrp="1"/>
          </p:cNvSpPr>
          <p:nvPr>
            <p:ph type="title"/>
          </p:nvPr>
        </p:nvSpPr>
        <p:spPr>
          <a:xfrm>
            <a:off x="0" y="285750"/>
            <a:ext cx="8763000" cy="8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 smtClean="0"/>
              <a:t>Comparison Chart: </a:t>
            </a:r>
            <a:r>
              <a:rPr lang="en-US" sz="3200" dirty="0" err="1" smtClean="0"/>
              <a:t>Tramal</a:t>
            </a:r>
            <a:r>
              <a:rPr lang="en-US" sz="3200" dirty="0" smtClean="0"/>
              <a:t> </a:t>
            </a:r>
            <a:r>
              <a:rPr lang="en-US" sz="3200" dirty="0" err="1" smtClean="0"/>
              <a:t>vs</a:t>
            </a:r>
            <a:r>
              <a:rPr lang="en-US" sz="3200" dirty="0" smtClean="0"/>
              <a:t> </a:t>
            </a:r>
            <a:r>
              <a:rPr lang="en-US" sz="3200" dirty="0" err="1" smtClean="0"/>
              <a:t>Lyrica</a:t>
            </a:r>
            <a:r>
              <a:rPr lang="en-US" sz="3200" dirty="0" smtClean="0"/>
              <a:t> Adverse Effects</a:t>
            </a:r>
            <a:endParaRPr sz="3200" dirty="0"/>
          </a:p>
        </p:txBody>
      </p:sp>
      <p:pic>
        <p:nvPicPr>
          <p:cNvPr id="39" name="Picture 38" descr="Tramal_Lyrica_Comparis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00150"/>
            <a:ext cx="6819900" cy="3657600"/>
          </a:xfrm>
          <a:prstGeom prst="rect">
            <a:avLst/>
          </a:prstGeom>
        </p:spPr>
      </p:pic>
      <p:grpSp>
        <p:nvGrpSpPr>
          <p:cNvPr id="40" name="Google Shape;1338;p52"/>
          <p:cNvGrpSpPr/>
          <p:nvPr/>
        </p:nvGrpSpPr>
        <p:grpSpPr>
          <a:xfrm>
            <a:off x="6616376" y="1809750"/>
            <a:ext cx="1156024" cy="3331090"/>
            <a:chOff x="3344174" y="1128028"/>
            <a:chExt cx="1217772" cy="3727159"/>
          </a:xfrm>
        </p:grpSpPr>
        <p:sp>
          <p:nvSpPr>
            <p:cNvPr id="41" name="Google Shape;1339;p52"/>
            <p:cNvSpPr/>
            <p:nvPr/>
          </p:nvSpPr>
          <p:spPr>
            <a:xfrm>
              <a:off x="3624772" y="4650067"/>
              <a:ext cx="544113" cy="186916"/>
            </a:xfrm>
            <a:custGeom>
              <a:avLst/>
              <a:gdLst/>
              <a:ahLst/>
              <a:cxnLst/>
              <a:rect l="l" t="t" r="r" b="b"/>
              <a:pathLst>
                <a:path w="16977" h="5832" extrusionOk="0">
                  <a:moveTo>
                    <a:pt x="8088" y="0"/>
                  </a:moveTo>
                  <a:cubicBezTo>
                    <a:pt x="8088" y="0"/>
                    <a:pt x="7469" y="1420"/>
                    <a:pt x="6834" y="1838"/>
                  </a:cubicBezTo>
                  <a:cubicBezTo>
                    <a:pt x="6199" y="2256"/>
                    <a:pt x="3476" y="3141"/>
                    <a:pt x="1939" y="3776"/>
                  </a:cubicBezTo>
                  <a:cubicBezTo>
                    <a:pt x="1070" y="4144"/>
                    <a:pt x="1" y="5247"/>
                    <a:pt x="1" y="5831"/>
                  </a:cubicBezTo>
                  <a:lnTo>
                    <a:pt x="16976" y="5831"/>
                  </a:lnTo>
                  <a:lnTo>
                    <a:pt x="16459" y="2089"/>
                  </a:lnTo>
                  <a:lnTo>
                    <a:pt x="8088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40;p52"/>
            <p:cNvSpPr/>
            <p:nvPr/>
          </p:nvSpPr>
          <p:spPr>
            <a:xfrm>
              <a:off x="3597465" y="4708942"/>
              <a:ext cx="645327" cy="146244"/>
            </a:xfrm>
            <a:custGeom>
              <a:avLst/>
              <a:gdLst/>
              <a:ahLst/>
              <a:cxnLst/>
              <a:rect l="l" t="t" r="r" b="b"/>
              <a:pathLst>
                <a:path w="20135" h="4563" extrusionOk="0">
                  <a:moveTo>
                    <a:pt x="6734" y="1"/>
                  </a:moveTo>
                  <a:cubicBezTo>
                    <a:pt x="5798" y="519"/>
                    <a:pt x="2841" y="1839"/>
                    <a:pt x="1488" y="2724"/>
                  </a:cubicBezTo>
                  <a:cubicBezTo>
                    <a:pt x="117" y="3627"/>
                    <a:pt x="0" y="4562"/>
                    <a:pt x="0" y="4562"/>
                  </a:cubicBezTo>
                  <a:lnTo>
                    <a:pt x="19332" y="4562"/>
                  </a:lnTo>
                  <a:cubicBezTo>
                    <a:pt x="20134" y="4562"/>
                    <a:pt x="20134" y="3359"/>
                    <a:pt x="19332" y="3359"/>
                  </a:cubicBezTo>
                  <a:lnTo>
                    <a:pt x="8572" y="3359"/>
                  </a:lnTo>
                  <a:cubicBezTo>
                    <a:pt x="8572" y="3359"/>
                    <a:pt x="8104" y="1204"/>
                    <a:pt x="6734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41;p52"/>
            <p:cNvSpPr/>
            <p:nvPr/>
          </p:nvSpPr>
          <p:spPr>
            <a:xfrm>
              <a:off x="3654226" y="2809499"/>
              <a:ext cx="539305" cy="1968575"/>
            </a:xfrm>
            <a:custGeom>
              <a:avLst/>
              <a:gdLst/>
              <a:ahLst/>
              <a:cxnLst/>
              <a:rect l="l" t="t" r="r" b="b"/>
              <a:pathLst>
                <a:path w="16827" h="61422" extrusionOk="0">
                  <a:moveTo>
                    <a:pt x="1" y="1"/>
                  </a:moveTo>
                  <a:cubicBezTo>
                    <a:pt x="1" y="84"/>
                    <a:pt x="201" y="2089"/>
                    <a:pt x="535" y="5331"/>
                  </a:cubicBezTo>
                  <a:cubicBezTo>
                    <a:pt x="2039" y="19617"/>
                    <a:pt x="6099" y="57729"/>
                    <a:pt x="6099" y="57729"/>
                  </a:cubicBezTo>
                  <a:lnTo>
                    <a:pt x="16826" y="61421"/>
                  </a:lnTo>
                  <a:lnTo>
                    <a:pt x="12181" y="5331"/>
                  </a:lnTo>
                  <a:lnTo>
                    <a:pt x="11763" y="2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42;p52"/>
            <p:cNvSpPr/>
            <p:nvPr/>
          </p:nvSpPr>
          <p:spPr>
            <a:xfrm>
              <a:off x="3908062" y="4650067"/>
              <a:ext cx="544658" cy="186916"/>
            </a:xfrm>
            <a:custGeom>
              <a:avLst/>
              <a:gdLst/>
              <a:ahLst/>
              <a:cxnLst/>
              <a:rect l="l" t="t" r="r" b="b"/>
              <a:pathLst>
                <a:path w="16994" h="5832" extrusionOk="0">
                  <a:moveTo>
                    <a:pt x="8104" y="0"/>
                  </a:moveTo>
                  <a:cubicBezTo>
                    <a:pt x="8104" y="0"/>
                    <a:pt x="7469" y="1420"/>
                    <a:pt x="6834" y="1838"/>
                  </a:cubicBezTo>
                  <a:cubicBezTo>
                    <a:pt x="6216" y="2256"/>
                    <a:pt x="3476" y="3141"/>
                    <a:pt x="1955" y="3776"/>
                  </a:cubicBezTo>
                  <a:cubicBezTo>
                    <a:pt x="1086" y="4144"/>
                    <a:pt x="0" y="5247"/>
                    <a:pt x="0" y="5831"/>
                  </a:cubicBezTo>
                  <a:lnTo>
                    <a:pt x="16993" y="5831"/>
                  </a:lnTo>
                  <a:lnTo>
                    <a:pt x="16458" y="2089"/>
                  </a:lnTo>
                  <a:lnTo>
                    <a:pt x="8104" y="0"/>
                  </a:ln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43;p52"/>
            <p:cNvSpPr/>
            <p:nvPr/>
          </p:nvSpPr>
          <p:spPr>
            <a:xfrm>
              <a:off x="3881268" y="4708942"/>
              <a:ext cx="645327" cy="146244"/>
            </a:xfrm>
            <a:custGeom>
              <a:avLst/>
              <a:gdLst/>
              <a:ahLst/>
              <a:cxnLst/>
              <a:rect l="l" t="t" r="r" b="b"/>
              <a:pathLst>
                <a:path w="20135" h="4563" extrusionOk="0">
                  <a:moveTo>
                    <a:pt x="6735" y="1"/>
                  </a:moveTo>
                  <a:cubicBezTo>
                    <a:pt x="5782" y="519"/>
                    <a:pt x="2841" y="1839"/>
                    <a:pt x="1471" y="2724"/>
                  </a:cubicBezTo>
                  <a:cubicBezTo>
                    <a:pt x="101" y="3627"/>
                    <a:pt x="1" y="4562"/>
                    <a:pt x="1" y="4562"/>
                  </a:cubicBezTo>
                  <a:lnTo>
                    <a:pt x="19316" y="4562"/>
                  </a:lnTo>
                  <a:cubicBezTo>
                    <a:pt x="20135" y="4562"/>
                    <a:pt x="20135" y="3359"/>
                    <a:pt x="19316" y="3359"/>
                  </a:cubicBezTo>
                  <a:lnTo>
                    <a:pt x="8572" y="3359"/>
                  </a:lnTo>
                  <a:cubicBezTo>
                    <a:pt x="8572" y="3359"/>
                    <a:pt x="8105" y="1204"/>
                    <a:pt x="6735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44;p52"/>
            <p:cNvSpPr/>
            <p:nvPr/>
          </p:nvSpPr>
          <p:spPr>
            <a:xfrm>
              <a:off x="3937516" y="2809499"/>
              <a:ext cx="539273" cy="1968575"/>
            </a:xfrm>
            <a:custGeom>
              <a:avLst/>
              <a:gdLst/>
              <a:ahLst/>
              <a:cxnLst/>
              <a:rect l="l" t="t" r="r" b="b"/>
              <a:pathLst>
                <a:path w="16826" h="61422" extrusionOk="0">
                  <a:moveTo>
                    <a:pt x="0" y="1"/>
                  </a:moveTo>
                  <a:cubicBezTo>
                    <a:pt x="0" y="84"/>
                    <a:pt x="218" y="2089"/>
                    <a:pt x="552" y="5331"/>
                  </a:cubicBezTo>
                  <a:cubicBezTo>
                    <a:pt x="2039" y="19617"/>
                    <a:pt x="6099" y="57729"/>
                    <a:pt x="6099" y="57729"/>
                  </a:cubicBezTo>
                  <a:lnTo>
                    <a:pt x="16826" y="61421"/>
                  </a:lnTo>
                  <a:lnTo>
                    <a:pt x="12198" y="5331"/>
                  </a:lnTo>
                  <a:lnTo>
                    <a:pt x="11780" y="2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45;p52"/>
            <p:cNvSpPr/>
            <p:nvPr/>
          </p:nvSpPr>
          <p:spPr>
            <a:xfrm>
              <a:off x="3937516" y="2809499"/>
              <a:ext cx="390946" cy="170859"/>
            </a:xfrm>
            <a:custGeom>
              <a:avLst/>
              <a:gdLst/>
              <a:ahLst/>
              <a:cxnLst/>
              <a:rect l="l" t="t" r="r" b="b"/>
              <a:pathLst>
                <a:path w="12198" h="5331" extrusionOk="0">
                  <a:moveTo>
                    <a:pt x="0" y="1"/>
                  </a:moveTo>
                  <a:cubicBezTo>
                    <a:pt x="0" y="84"/>
                    <a:pt x="218" y="2089"/>
                    <a:pt x="552" y="5331"/>
                  </a:cubicBezTo>
                  <a:lnTo>
                    <a:pt x="12198" y="5331"/>
                  </a:lnTo>
                  <a:lnTo>
                    <a:pt x="11780" y="2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46;p52"/>
            <p:cNvSpPr/>
            <p:nvPr/>
          </p:nvSpPr>
          <p:spPr>
            <a:xfrm>
              <a:off x="3951970" y="1368211"/>
              <a:ext cx="484147" cy="661127"/>
            </a:xfrm>
            <a:custGeom>
              <a:avLst/>
              <a:gdLst/>
              <a:ahLst/>
              <a:cxnLst/>
              <a:rect l="l" t="t" r="r" b="b"/>
              <a:pathLst>
                <a:path w="15106" h="20628" extrusionOk="0">
                  <a:moveTo>
                    <a:pt x="6004" y="0"/>
                  </a:moveTo>
                  <a:cubicBezTo>
                    <a:pt x="5499" y="0"/>
                    <a:pt x="5026" y="24"/>
                    <a:pt x="4612" y="75"/>
                  </a:cubicBezTo>
                  <a:cubicBezTo>
                    <a:pt x="2306" y="342"/>
                    <a:pt x="1989" y="927"/>
                    <a:pt x="1822" y="1495"/>
                  </a:cubicBezTo>
                  <a:cubicBezTo>
                    <a:pt x="1471" y="2631"/>
                    <a:pt x="2273" y="4586"/>
                    <a:pt x="2273" y="4586"/>
                  </a:cubicBezTo>
                  <a:cubicBezTo>
                    <a:pt x="2373" y="4586"/>
                    <a:pt x="1" y="14611"/>
                    <a:pt x="301" y="16650"/>
                  </a:cubicBezTo>
                  <a:cubicBezTo>
                    <a:pt x="619" y="18688"/>
                    <a:pt x="3075" y="20125"/>
                    <a:pt x="5498" y="20576"/>
                  </a:cubicBezTo>
                  <a:cubicBezTo>
                    <a:pt x="5683" y="20611"/>
                    <a:pt x="5886" y="20627"/>
                    <a:pt x="6105" y="20627"/>
                  </a:cubicBezTo>
                  <a:cubicBezTo>
                    <a:pt x="8743" y="20627"/>
                    <a:pt x="13547" y="18242"/>
                    <a:pt x="14303" y="16683"/>
                  </a:cubicBezTo>
                  <a:cubicBezTo>
                    <a:pt x="15105" y="14996"/>
                    <a:pt x="13835" y="2247"/>
                    <a:pt x="12465" y="1295"/>
                  </a:cubicBezTo>
                  <a:cubicBezTo>
                    <a:pt x="11353" y="512"/>
                    <a:pt x="8334" y="0"/>
                    <a:pt x="600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47;p52"/>
            <p:cNvSpPr/>
            <p:nvPr/>
          </p:nvSpPr>
          <p:spPr>
            <a:xfrm>
              <a:off x="4013571" y="1534743"/>
              <a:ext cx="348640" cy="389440"/>
            </a:xfrm>
            <a:custGeom>
              <a:avLst/>
              <a:gdLst/>
              <a:ahLst/>
              <a:cxnLst/>
              <a:rect l="l" t="t" r="r" b="b"/>
              <a:pathLst>
                <a:path w="10878" h="12151" extrusionOk="0">
                  <a:moveTo>
                    <a:pt x="4770" y="1"/>
                  </a:moveTo>
                  <a:cubicBezTo>
                    <a:pt x="3944" y="1"/>
                    <a:pt x="3235" y="103"/>
                    <a:pt x="2891" y="393"/>
                  </a:cubicBezTo>
                  <a:cubicBezTo>
                    <a:pt x="1754" y="1345"/>
                    <a:pt x="0" y="8346"/>
                    <a:pt x="1270" y="10451"/>
                  </a:cubicBezTo>
                  <a:cubicBezTo>
                    <a:pt x="1956" y="11588"/>
                    <a:pt x="4338" y="12150"/>
                    <a:pt x="6494" y="12150"/>
                  </a:cubicBezTo>
                  <a:cubicBezTo>
                    <a:pt x="8330" y="12150"/>
                    <a:pt x="10003" y="11743"/>
                    <a:pt x="10326" y="10936"/>
                  </a:cubicBezTo>
                  <a:cubicBezTo>
                    <a:pt x="10877" y="9516"/>
                    <a:pt x="9908" y="3735"/>
                    <a:pt x="9490" y="1479"/>
                  </a:cubicBezTo>
                  <a:cubicBezTo>
                    <a:pt x="9390" y="928"/>
                    <a:pt x="8956" y="493"/>
                    <a:pt x="8404" y="393"/>
                  </a:cubicBezTo>
                  <a:cubicBezTo>
                    <a:pt x="7468" y="224"/>
                    <a:pt x="5991" y="1"/>
                    <a:pt x="4770" y="1"/>
                  </a:cubicBezTo>
                  <a:close/>
                </a:path>
              </a:pathLst>
            </a:custGeom>
            <a:solidFill>
              <a:srgbClr val="0B1F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48;p52"/>
            <p:cNvSpPr/>
            <p:nvPr/>
          </p:nvSpPr>
          <p:spPr>
            <a:xfrm>
              <a:off x="3400390" y="1506090"/>
              <a:ext cx="608918" cy="589688"/>
            </a:xfrm>
            <a:custGeom>
              <a:avLst/>
              <a:gdLst/>
              <a:ahLst/>
              <a:cxnLst/>
              <a:rect l="l" t="t" r="r" b="b"/>
              <a:pathLst>
                <a:path w="18999" h="18399" extrusionOk="0">
                  <a:moveTo>
                    <a:pt x="5114" y="0"/>
                  </a:moveTo>
                  <a:lnTo>
                    <a:pt x="1" y="1120"/>
                  </a:lnTo>
                  <a:cubicBezTo>
                    <a:pt x="1" y="1120"/>
                    <a:pt x="1605" y="16224"/>
                    <a:pt x="3443" y="17895"/>
                  </a:cubicBezTo>
                  <a:cubicBezTo>
                    <a:pt x="3842" y="18251"/>
                    <a:pt x="4664" y="18398"/>
                    <a:pt x="5720" y="18398"/>
                  </a:cubicBezTo>
                  <a:cubicBezTo>
                    <a:pt x="9566" y="18398"/>
                    <a:pt x="16517" y="16447"/>
                    <a:pt x="17461" y="15556"/>
                  </a:cubicBezTo>
                  <a:cubicBezTo>
                    <a:pt x="18815" y="14269"/>
                    <a:pt x="18998" y="10276"/>
                    <a:pt x="16609" y="9959"/>
                  </a:cubicBezTo>
                  <a:cubicBezTo>
                    <a:pt x="16320" y="9923"/>
                    <a:pt x="15976" y="9907"/>
                    <a:pt x="15594" y="9907"/>
                  </a:cubicBezTo>
                  <a:cubicBezTo>
                    <a:pt x="12789" y="9907"/>
                    <a:pt x="7937" y="10761"/>
                    <a:pt x="7937" y="10761"/>
                  </a:cubicBezTo>
                  <a:lnTo>
                    <a:pt x="5114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49;p52"/>
            <p:cNvSpPr/>
            <p:nvPr/>
          </p:nvSpPr>
          <p:spPr>
            <a:xfrm>
              <a:off x="3620477" y="1796303"/>
              <a:ext cx="941469" cy="1082841"/>
            </a:xfrm>
            <a:custGeom>
              <a:avLst/>
              <a:gdLst/>
              <a:ahLst/>
              <a:cxnLst/>
              <a:rect l="l" t="t" r="r" b="b"/>
              <a:pathLst>
                <a:path w="29375" h="33786" extrusionOk="0">
                  <a:moveTo>
                    <a:pt x="12581" y="1"/>
                  </a:moveTo>
                  <a:cubicBezTo>
                    <a:pt x="11538" y="1"/>
                    <a:pt x="9125" y="364"/>
                    <a:pt x="8422" y="904"/>
                  </a:cubicBezTo>
                  <a:cubicBezTo>
                    <a:pt x="7353" y="1706"/>
                    <a:pt x="586" y="22959"/>
                    <a:pt x="1" y="33786"/>
                  </a:cubicBezTo>
                  <a:lnTo>
                    <a:pt x="23543" y="33786"/>
                  </a:lnTo>
                  <a:lnTo>
                    <a:pt x="20903" y="24897"/>
                  </a:lnTo>
                  <a:cubicBezTo>
                    <a:pt x="20903" y="24897"/>
                    <a:pt x="29375" y="8773"/>
                    <a:pt x="28606" y="6451"/>
                  </a:cubicBezTo>
                  <a:cubicBezTo>
                    <a:pt x="27720" y="3727"/>
                    <a:pt x="25097" y="3059"/>
                    <a:pt x="22825" y="2140"/>
                  </a:cubicBezTo>
                  <a:cubicBezTo>
                    <a:pt x="22507" y="2023"/>
                    <a:pt x="22190" y="1889"/>
                    <a:pt x="21889" y="1739"/>
                  </a:cubicBezTo>
                  <a:cubicBezTo>
                    <a:pt x="19299" y="1171"/>
                    <a:pt x="13919" y="118"/>
                    <a:pt x="13752" y="68"/>
                  </a:cubicBezTo>
                  <a:cubicBezTo>
                    <a:pt x="13752" y="68"/>
                    <a:pt x="13284" y="18"/>
                    <a:pt x="12649" y="1"/>
                  </a:cubicBezTo>
                  <a:cubicBezTo>
                    <a:pt x="12627" y="1"/>
                    <a:pt x="12605" y="1"/>
                    <a:pt x="12581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50;p52"/>
            <p:cNvSpPr/>
            <p:nvPr/>
          </p:nvSpPr>
          <p:spPr>
            <a:xfrm>
              <a:off x="4056389" y="2607616"/>
              <a:ext cx="178358" cy="198357"/>
            </a:xfrm>
            <a:custGeom>
              <a:avLst/>
              <a:gdLst/>
              <a:ahLst/>
              <a:cxnLst/>
              <a:rect l="l" t="t" r="r" b="b"/>
              <a:pathLst>
                <a:path w="5565" h="6189" extrusionOk="0">
                  <a:moveTo>
                    <a:pt x="5314" y="1"/>
                  </a:moveTo>
                  <a:lnTo>
                    <a:pt x="1" y="68"/>
                  </a:lnTo>
                  <a:lnTo>
                    <a:pt x="168" y="4412"/>
                  </a:lnTo>
                  <a:cubicBezTo>
                    <a:pt x="168" y="4412"/>
                    <a:pt x="335" y="5665"/>
                    <a:pt x="2039" y="6083"/>
                  </a:cubicBezTo>
                  <a:cubicBezTo>
                    <a:pt x="2336" y="6155"/>
                    <a:pt x="2628" y="6188"/>
                    <a:pt x="2908" y="6188"/>
                  </a:cubicBezTo>
                  <a:cubicBezTo>
                    <a:pt x="4236" y="6188"/>
                    <a:pt x="5304" y="5453"/>
                    <a:pt x="5414" y="4763"/>
                  </a:cubicBezTo>
                  <a:cubicBezTo>
                    <a:pt x="5565" y="3844"/>
                    <a:pt x="5331" y="84"/>
                    <a:pt x="5314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51;p52"/>
            <p:cNvSpPr/>
            <p:nvPr/>
          </p:nvSpPr>
          <p:spPr>
            <a:xfrm>
              <a:off x="3707237" y="2609764"/>
              <a:ext cx="178358" cy="198325"/>
            </a:xfrm>
            <a:custGeom>
              <a:avLst/>
              <a:gdLst/>
              <a:ahLst/>
              <a:cxnLst/>
              <a:rect l="l" t="t" r="r" b="b"/>
              <a:pathLst>
                <a:path w="5565" h="6188" extrusionOk="0">
                  <a:moveTo>
                    <a:pt x="5314" y="1"/>
                  </a:moveTo>
                  <a:lnTo>
                    <a:pt x="1" y="67"/>
                  </a:lnTo>
                  <a:lnTo>
                    <a:pt x="151" y="4395"/>
                  </a:lnTo>
                  <a:cubicBezTo>
                    <a:pt x="151" y="4395"/>
                    <a:pt x="318" y="5665"/>
                    <a:pt x="2022" y="6082"/>
                  </a:cubicBezTo>
                  <a:cubicBezTo>
                    <a:pt x="2319" y="6155"/>
                    <a:pt x="2612" y="6188"/>
                    <a:pt x="2893" y="6188"/>
                  </a:cubicBezTo>
                  <a:cubicBezTo>
                    <a:pt x="4225" y="6188"/>
                    <a:pt x="5304" y="5452"/>
                    <a:pt x="5414" y="4763"/>
                  </a:cubicBezTo>
                  <a:cubicBezTo>
                    <a:pt x="5565" y="3844"/>
                    <a:pt x="5331" y="84"/>
                    <a:pt x="5314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52;p52"/>
            <p:cNvSpPr/>
            <p:nvPr/>
          </p:nvSpPr>
          <p:spPr>
            <a:xfrm>
              <a:off x="4025878" y="1796335"/>
              <a:ext cx="326141" cy="244061"/>
            </a:xfrm>
            <a:custGeom>
              <a:avLst/>
              <a:gdLst/>
              <a:ahLst/>
              <a:cxnLst/>
              <a:rect l="l" t="t" r="r" b="b"/>
              <a:pathLst>
                <a:path w="10176" h="7615" extrusionOk="0">
                  <a:moveTo>
                    <a:pt x="0" y="0"/>
                  </a:moveTo>
                  <a:cubicBezTo>
                    <a:pt x="101" y="2273"/>
                    <a:pt x="418" y="6784"/>
                    <a:pt x="1571" y="7603"/>
                  </a:cubicBezTo>
                  <a:cubicBezTo>
                    <a:pt x="1644" y="7611"/>
                    <a:pt x="1720" y="7615"/>
                    <a:pt x="1798" y="7615"/>
                  </a:cubicBezTo>
                  <a:cubicBezTo>
                    <a:pt x="3972" y="7615"/>
                    <a:pt x="8257" y="4558"/>
                    <a:pt x="10176" y="2139"/>
                  </a:cubicBezTo>
                  <a:cubicBezTo>
                    <a:pt x="9858" y="2022"/>
                    <a:pt x="9541" y="1872"/>
                    <a:pt x="9240" y="1738"/>
                  </a:cubicBezTo>
                  <a:cubicBezTo>
                    <a:pt x="6650" y="1153"/>
                    <a:pt x="1270" y="117"/>
                    <a:pt x="1103" y="67"/>
                  </a:cubicBezTo>
                  <a:cubicBezTo>
                    <a:pt x="1103" y="67"/>
                    <a:pt x="635" y="17"/>
                    <a:pt x="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53;p52"/>
            <p:cNvSpPr/>
            <p:nvPr/>
          </p:nvSpPr>
          <p:spPr>
            <a:xfrm>
              <a:off x="3683744" y="1320745"/>
              <a:ext cx="101182" cy="154834"/>
            </a:xfrm>
            <a:custGeom>
              <a:avLst/>
              <a:gdLst/>
              <a:ahLst/>
              <a:cxnLst/>
              <a:rect l="l" t="t" r="r" b="b"/>
              <a:pathLst>
                <a:path w="3157" h="4831" extrusionOk="0">
                  <a:moveTo>
                    <a:pt x="277" y="1"/>
                  </a:moveTo>
                  <a:cubicBezTo>
                    <a:pt x="61" y="1"/>
                    <a:pt x="0" y="462"/>
                    <a:pt x="49" y="704"/>
                  </a:cubicBezTo>
                  <a:cubicBezTo>
                    <a:pt x="115" y="971"/>
                    <a:pt x="299" y="1322"/>
                    <a:pt x="516" y="1406"/>
                  </a:cubicBezTo>
                  <a:cubicBezTo>
                    <a:pt x="884" y="1489"/>
                    <a:pt x="1252" y="1556"/>
                    <a:pt x="1636" y="1606"/>
                  </a:cubicBezTo>
                  <a:lnTo>
                    <a:pt x="2806" y="4831"/>
                  </a:lnTo>
                  <a:cubicBezTo>
                    <a:pt x="2806" y="4831"/>
                    <a:pt x="3156" y="2993"/>
                    <a:pt x="2789" y="1589"/>
                  </a:cubicBezTo>
                  <a:cubicBezTo>
                    <a:pt x="2537" y="630"/>
                    <a:pt x="2364" y="436"/>
                    <a:pt x="2157" y="436"/>
                  </a:cubicBezTo>
                  <a:cubicBezTo>
                    <a:pt x="2061" y="436"/>
                    <a:pt x="1958" y="477"/>
                    <a:pt x="1836" y="503"/>
                  </a:cubicBezTo>
                  <a:cubicBezTo>
                    <a:pt x="1519" y="570"/>
                    <a:pt x="1218" y="620"/>
                    <a:pt x="901" y="654"/>
                  </a:cubicBezTo>
                  <a:cubicBezTo>
                    <a:pt x="901" y="654"/>
                    <a:pt x="533" y="52"/>
                    <a:pt x="299" y="2"/>
                  </a:cubicBezTo>
                  <a:cubicBezTo>
                    <a:pt x="292" y="1"/>
                    <a:pt x="284" y="1"/>
                    <a:pt x="277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54;p52"/>
            <p:cNvSpPr/>
            <p:nvPr/>
          </p:nvSpPr>
          <p:spPr>
            <a:xfrm>
              <a:off x="3344174" y="1128028"/>
              <a:ext cx="442354" cy="624430"/>
            </a:xfrm>
            <a:custGeom>
              <a:avLst/>
              <a:gdLst/>
              <a:ahLst/>
              <a:cxnLst/>
              <a:rect l="l" t="t" r="r" b="b"/>
              <a:pathLst>
                <a:path w="13802" h="19483" extrusionOk="0">
                  <a:moveTo>
                    <a:pt x="3392" y="0"/>
                  </a:moveTo>
                  <a:lnTo>
                    <a:pt x="0" y="16542"/>
                  </a:lnTo>
                  <a:lnTo>
                    <a:pt x="10226" y="19482"/>
                  </a:lnTo>
                  <a:lnTo>
                    <a:pt x="13802" y="2790"/>
                  </a:lnTo>
                  <a:lnTo>
                    <a:pt x="3392" y="0"/>
                  </a:ln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55;p52"/>
            <p:cNvSpPr/>
            <p:nvPr/>
          </p:nvSpPr>
          <p:spPr>
            <a:xfrm>
              <a:off x="3617272" y="1343949"/>
              <a:ext cx="166596" cy="168198"/>
            </a:xfrm>
            <a:custGeom>
              <a:avLst/>
              <a:gdLst/>
              <a:ahLst/>
              <a:cxnLst/>
              <a:rect l="l" t="t" r="r" b="b"/>
              <a:pathLst>
                <a:path w="5198" h="5248" extrusionOk="0">
                  <a:moveTo>
                    <a:pt x="1065" y="0"/>
                  </a:moveTo>
                  <a:cubicBezTo>
                    <a:pt x="621" y="0"/>
                    <a:pt x="148" y="35"/>
                    <a:pt x="84" y="130"/>
                  </a:cubicBezTo>
                  <a:cubicBezTo>
                    <a:pt x="34" y="214"/>
                    <a:pt x="17" y="297"/>
                    <a:pt x="17" y="398"/>
                  </a:cubicBezTo>
                  <a:cubicBezTo>
                    <a:pt x="1" y="498"/>
                    <a:pt x="34" y="598"/>
                    <a:pt x="101" y="665"/>
                  </a:cubicBezTo>
                  <a:lnTo>
                    <a:pt x="652" y="799"/>
                  </a:lnTo>
                  <a:cubicBezTo>
                    <a:pt x="652" y="799"/>
                    <a:pt x="485" y="1250"/>
                    <a:pt x="569" y="1317"/>
                  </a:cubicBezTo>
                  <a:cubicBezTo>
                    <a:pt x="769" y="1417"/>
                    <a:pt x="953" y="1484"/>
                    <a:pt x="1154" y="1551"/>
                  </a:cubicBezTo>
                  <a:cubicBezTo>
                    <a:pt x="1137" y="1651"/>
                    <a:pt x="1120" y="1734"/>
                    <a:pt x="1103" y="1835"/>
                  </a:cubicBezTo>
                  <a:cubicBezTo>
                    <a:pt x="1087" y="1935"/>
                    <a:pt x="1087" y="2052"/>
                    <a:pt x="1137" y="2152"/>
                  </a:cubicBezTo>
                  <a:cubicBezTo>
                    <a:pt x="1187" y="2236"/>
                    <a:pt x="1254" y="2302"/>
                    <a:pt x="1337" y="2336"/>
                  </a:cubicBezTo>
                  <a:cubicBezTo>
                    <a:pt x="1237" y="2386"/>
                    <a:pt x="1137" y="2419"/>
                    <a:pt x="1037" y="2469"/>
                  </a:cubicBezTo>
                  <a:cubicBezTo>
                    <a:pt x="986" y="2503"/>
                    <a:pt x="970" y="2520"/>
                    <a:pt x="936" y="2553"/>
                  </a:cubicBezTo>
                  <a:cubicBezTo>
                    <a:pt x="886" y="2737"/>
                    <a:pt x="953" y="2937"/>
                    <a:pt x="1087" y="3054"/>
                  </a:cubicBezTo>
                  <a:cubicBezTo>
                    <a:pt x="1254" y="3155"/>
                    <a:pt x="2240" y="3522"/>
                    <a:pt x="2240" y="3522"/>
                  </a:cubicBezTo>
                  <a:cubicBezTo>
                    <a:pt x="2240" y="3522"/>
                    <a:pt x="3268" y="5247"/>
                    <a:pt x="4294" y="5247"/>
                  </a:cubicBezTo>
                  <a:cubicBezTo>
                    <a:pt x="4322" y="5247"/>
                    <a:pt x="4350" y="5246"/>
                    <a:pt x="4378" y="5243"/>
                  </a:cubicBezTo>
                  <a:cubicBezTo>
                    <a:pt x="5063" y="5176"/>
                    <a:pt x="5197" y="2269"/>
                    <a:pt x="4412" y="1400"/>
                  </a:cubicBezTo>
                  <a:cubicBezTo>
                    <a:pt x="3727" y="632"/>
                    <a:pt x="2139" y="80"/>
                    <a:pt x="1722" y="30"/>
                  </a:cubicBezTo>
                  <a:cubicBezTo>
                    <a:pt x="1569" y="12"/>
                    <a:pt x="1322" y="0"/>
                    <a:pt x="1065" y="0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56;p52"/>
            <p:cNvSpPr/>
            <p:nvPr/>
          </p:nvSpPr>
          <p:spPr>
            <a:xfrm>
              <a:off x="3617272" y="1356673"/>
              <a:ext cx="81439" cy="27883"/>
            </a:xfrm>
            <a:custGeom>
              <a:avLst/>
              <a:gdLst/>
              <a:ahLst/>
              <a:cxnLst/>
              <a:rect l="l" t="t" r="r" b="b"/>
              <a:pathLst>
                <a:path w="2541" h="870" extrusionOk="0">
                  <a:moveTo>
                    <a:pt x="17" y="1"/>
                  </a:moveTo>
                  <a:cubicBezTo>
                    <a:pt x="1" y="101"/>
                    <a:pt x="34" y="201"/>
                    <a:pt x="101" y="268"/>
                  </a:cubicBezTo>
                  <a:lnTo>
                    <a:pt x="652" y="402"/>
                  </a:lnTo>
                  <a:cubicBezTo>
                    <a:pt x="652" y="402"/>
                    <a:pt x="2273" y="786"/>
                    <a:pt x="2540" y="869"/>
                  </a:cubicBezTo>
                  <a:cubicBezTo>
                    <a:pt x="2323" y="585"/>
                    <a:pt x="2006" y="385"/>
                    <a:pt x="1655" y="285"/>
                  </a:cubicBezTo>
                  <a:cubicBezTo>
                    <a:pt x="1103" y="151"/>
                    <a:pt x="569" y="67"/>
                    <a:pt x="17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57;p52"/>
            <p:cNvSpPr/>
            <p:nvPr/>
          </p:nvSpPr>
          <p:spPr>
            <a:xfrm>
              <a:off x="3652623" y="1393626"/>
              <a:ext cx="48748" cy="17179"/>
            </a:xfrm>
            <a:custGeom>
              <a:avLst/>
              <a:gdLst/>
              <a:ahLst/>
              <a:cxnLst/>
              <a:rect l="l" t="t" r="r" b="b"/>
              <a:pathLst>
                <a:path w="1521" h="536" extrusionOk="0">
                  <a:moveTo>
                    <a:pt x="51" y="1"/>
                  </a:moveTo>
                  <a:cubicBezTo>
                    <a:pt x="34" y="101"/>
                    <a:pt x="17" y="184"/>
                    <a:pt x="0" y="285"/>
                  </a:cubicBezTo>
                  <a:cubicBezTo>
                    <a:pt x="502" y="418"/>
                    <a:pt x="1003" y="502"/>
                    <a:pt x="1521" y="535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58;p52"/>
            <p:cNvSpPr/>
            <p:nvPr/>
          </p:nvSpPr>
          <p:spPr>
            <a:xfrm>
              <a:off x="3650476" y="1418786"/>
              <a:ext cx="39678" cy="11826"/>
            </a:xfrm>
            <a:custGeom>
              <a:avLst/>
              <a:gdLst/>
              <a:ahLst/>
              <a:cxnLst/>
              <a:rect l="l" t="t" r="r" b="b"/>
              <a:pathLst>
                <a:path w="1238" h="369" extrusionOk="0">
                  <a:moveTo>
                    <a:pt x="301" y="1"/>
                  </a:moveTo>
                  <a:cubicBezTo>
                    <a:pt x="201" y="34"/>
                    <a:pt x="101" y="84"/>
                    <a:pt x="1" y="134"/>
                  </a:cubicBezTo>
                  <a:cubicBezTo>
                    <a:pt x="402" y="251"/>
                    <a:pt x="819" y="318"/>
                    <a:pt x="1237" y="368"/>
                  </a:cubicBezTo>
                  <a:cubicBezTo>
                    <a:pt x="936" y="218"/>
                    <a:pt x="619" y="101"/>
                    <a:pt x="301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59;p52"/>
            <p:cNvSpPr/>
            <p:nvPr/>
          </p:nvSpPr>
          <p:spPr>
            <a:xfrm>
              <a:off x="3398243" y="1300393"/>
              <a:ext cx="84644" cy="37242"/>
            </a:xfrm>
            <a:custGeom>
              <a:avLst/>
              <a:gdLst/>
              <a:ahLst/>
              <a:cxnLst/>
              <a:rect l="l" t="t" r="r" b="b"/>
              <a:pathLst>
                <a:path w="2641" h="1162" extrusionOk="0">
                  <a:moveTo>
                    <a:pt x="1434" y="1"/>
                  </a:moveTo>
                  <a:cubicBezTo>
                    <a:pt x="1407" y="1"/>
                    <a:pt x="1380" y="1"/>
                    <a:pt x="1354" y="2"/>
                  </a:cubicBezTo>
                  <a:cubicBezTo>
                    <a:pt x="920" y="19"/>
                    <a:pt x="168" y="336"/>
                    <a:pt x="84" y="487"/>
                  </a:cubicBezTo>
                  <a:cubicBezTo>
                    <a:pt x="18" y="704"/>
                    <a:pt x="1" y="938"/>
                    <a:pt x="18" y="1155"/>
                  </a:cubicBezTo>
                  <a:cubicBezTo>
                    <a:pt x="35" y="1160"/>
                    <a:pt x="55" y="1162"/>
                    <a:pt x="78" y="1162"/>
                  </a:cubicBezTo>
                  <a:cubicBezTo>
                    <a:pt x="382" y="1162"/>
                    <a:pt x="1120" y="771"/>
                    <a:pt x="1120" y="771"/>
                  </a:cubicBezTo>
                  <a:cubicBezTo>
                    <a:pt x="1212" y="775"/>
                    <a:pt x="1304" y="777"/>
                    <a:pt x="1396" y="777"/>
                  </a:cubicBezTo>
                  <a:cubicBezTo>
                    <a:pt x="1672" y="777"/>
                    <a:pt x="1947" y="758"/>
                    <a:pt x="2223" y="721"/>
                  </a:cubicBezTo>
                  <a:cubicBezTo>
                    <a:pt x="2424" y="654"/>
                    <a:pt x="2641" y="437"/>
                    <a:pt x="2607" y="270"/>
                  </a:cubicBezTo>
                  <a:cubicBezTo>
                    <a:pt x="2560" y="128"/>
                    <a:pt x="1889" y="1"/>
                    <a:pt x="1434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60;p52"/>
            <p:cNvSpPr/>
            <p:nvPr/>
          </p:nvSpPr>
          <p:spPr>
            <a:xfrm>
              <a:off x="3380583" y="1333340"/>
              <a:ext cx="108201" cy="88170"/>
            </a:xfrm>
            <a:custGeom>
              <a:avLst/>
              <a:gdLst/>
              <a:ahLst/>
              <a:cxnLst/>
              <a:rect l="l" t="t" r="r" b="b"/>
              <a:pathLst>
                <a:path w="3376" h="2751" extrusionOk="0">
                  <a:moveTo>
                    <a:pt x="706" y="1"/>
                  </a:moveTo>
                  <a:cubicBezTo>
                    <a:pt x="489" y="1"/>
                    <a:pt x="324" y="21"/>
                    <a:pt x="301" y="77"/>
                  </a:cubicBezTo>
                  <a:cubicBezTo>
                    <a:pt x="268" y="278"/>
                    <a:pt x="234" y="461"/>
                    <a:pt x="251" y="662"/>
                  </a:cubicBezTo>
                  <a:cubicBezTo>
                    <a:pt x="151" y="829"/>
                    <a:pt x="67" y="996"/>
                    <a:pt x="0" y="1163"/>
                  </a:cubicBezTo>
                  <a:cubicBezTo>
                    <a:pt x="17" y="1280"/>
                    <a:pt x="67" y="1380"/>
                    <a:pt x="117" y="1481"/>
                  </a:cubicBezTo>
                  <a:cubicBezTo>
                    <a:pt x="67" y="1614"/>
                    <a:pt x="34" y="1748"/>
                    <a:pt x="17" y="1898"/>
                  </a:cubicBezTo>
                  <a:cubicBezTo>
                    <a:pt x="17" y="2216"/>
                    <a:pt x="1354" y="2750"/>
                    <a:pt x="1721" y="2750"/>
                  </a:cubicBezTo>
                  <a:cubicBezTo>
                    <a:pt x="1872" y="2750"/>
                    <a:pt x="2005" y="2650"/>
                    <a:pt x="2039" y="2500"/>
                  </a:cubicBezTo>
                  <a:cubicBezTo>
                    <a:pt x="2056" y="2466"/>
                    <a:pt x="2072" y="2433"/>
                    <a:pt x="2072" y="2399"/>
                  </a:cubicBezTo>
                  <a:cubicBezTo>
                    <a:pt x="2089" y="2333"/>
                    <a:pt x="2106" y="2249"/>
                    <a:pt x="2106" y="2182"/>
                  </a:cubicBezTo>
                  <a:cubicBezTo>
                    <a:pt x="2116" y="2182"/>
                    <a:pt x="2312" y="2237"/>
                    <a:pt x="2486" y="2237"/>
                  </a:cubicBezTo>
                  <a:cubicBezTo>
                    <a:pt x="2584" y="2237"/>
                    <a:pt x="2676" y="2220"/>
                    <a:pt x="2724" y="2166"/>
                  </a:cubicBezTo>
                  <a:cubicBezTo>
                    <a:pt x="2858" y="2015"/>
                    <a:pt x="2908" y="1547"/>
                    <a:pt x="2908" y="1547"/>
                  </a:cubicBezTo>
                  <a:cubicBezTo>
                    <a:pt x="2933" y="1553"/>
                    <a:pt x="2959" y="1556"/>
                    <a:pt x="2985" y="1556"/>
                  </a:cubicBezTo>
                  <a:cubicBezTo>
                    <a:pt x="3111" y="1556"/>
                    <a:pt x="3234" y="1489"/>
                    <a:pt x="3275" y="1364"/>
                  </a:cubicBezTo>
                  <a:cubicBezTo>
                    <a:pt x="3292" y="1347"/>
                    <a:pt x="3292" y="1330"/>
                    <a:pt x="3309" y="1313"/>
                  </a:cubicBezTo>
                  <a:cubicBezTo>
                    <a:pt x="3376" y="1146"/>
                    <a:pt x="3359" y="963"/>
                    <a:pt x="3275" y="795"/>
                  </a:cubicBezTo>
                  <a:cubicBezTo>
                    <a:pt x="3209" y="729"/>
                    <a:pt x="2072" y="194"/>
                    <a:pt x="1905" y="127"/>
                  </a:cubicBezTo>
                  <a:cubicBezTo>
                    <a:pt x="1783" y="83"/>
                    <a:pt x="1140" y="1"/>
                    <a:pt x="706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61;p52"/>
            <p:cNvSpPr/>
            <p:nvPr/>
          </p:nvSpPr>
          <p:spPr>
            <a:xfrm>
              <a:off x="3404140" y="1356673"/>
              <a:ext cx="82497" cy="26537"/>
            </a:xfrm>
            <a:custGeom>
              <a:avLst/>
              <a:gdLst/>
              <a:ahLst/>
              <a:cxnLst/>
              <a:rect l="l" t="t" r="r" b="b"/>
              <a:pathLst>
                <a:path w="2574" h="828" extrusionOk="0">
                  <a:moveTo>
                    <a:pt x="1170" y="1"/>
                  </a:moveTo>
                  <a:cubicBezTo>
                    <a:pt x="786" y="1"/>
                    <a:pt x="385" y="34"/>
                    <a:pt x="1" y="101"/>
                  </a:cubicBezTo>
                  <a:cubicBezTo>
                    <a:pt x="1" y="101"/>
                    <a:pt x="920" y="184"/>
                    <a:pt x="1103" y="235"/>
                  </a:cubicBezTo>
                  <a:cubicBezTo>
                    <a:pt x="1471" y="418"/>
                    <a:pt x="1822" y="602"/>
                    <a:pt x="2173" y="819"/>
                  </a:cubicBezTo>
                  <a:cubicBezTo>
                    <a:pt x="2198" y="825"/>
                    <a:pt x="2224" y="828"/>
                    <a:pt x="2250" y="828"/>
                  </a:cubicBezTo>
                  <a:cubicBezTo>
                    <a:pt x="2376" y="828"/>
                    <a:pt x="2499" y="761"/>
                    <a:pt x="2540" y="636"/>
                  </a:cubicBezTo>
                  <a:cubicBezTo>
                    <a:pt x="2557" y="619"/>
                    <a:pt x="2557" y="602"/>
                    <a:pt x="2574" y="585"/>
                  </a:cubicBezTo>
                  <a:cubicBezTo>
                    <a:pt x="2189" y="402"/>
                    <a:pt x="1454" y="51"/>
                    <a:pt x="117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362;p52"/>
            <p:cNvSpPr/>
            <p:nvPr/>
          </p:nvSpPr>
          <p:spPr>
            <a:xfrm>
              <a:off x="3411095" y="1387729"/>
              <a:ext cx="36986" cy="22531"/>
            </a:xfrm>
            <a:custGeom>
              <a:avLst/>
              <a:gdLst/>
              <a:ahLst/>
              <a:cxnLst/>
              <a:rect l="l" t="t" r="r" b="b"/>
              <a:pathLst>
                <a:path w="1154" h="703" extrusionOk="0">
                  <a:moveTo>
                    <a:pt x="1" y="1"/>
                  </a:moveTo>
                  <a:lnTo>
                    <a:pt x="1" y="1"/>
                  </a:lnTo>
                  <a:cubicBezTo>
                    <a:pt x="135" y="201"/>
                    <a:pt x="302" y="368"/>
                    <a:pt x="502" y="502"/>
                  </a:cubicBezTo>
                  <a:cubicBezTo>
                    <a:pt x="703" y="586"/>
                    <a:pt x="903" y="652"/>
                    <a:pt x="1120" y="702"/>
                  </a:cubicBezTo>
                  <a:cubicBezTo>
                    <a:pt x="1137" y="636"/>
                    <a:pt x="1154" y="552"/>
                    <a:pt x="1154" y="48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363;p52"/>
            <p:cNvSpPr/>
            <p:nvPr/>
          </p:nvSpPr>
          <p:spPr>
            <a:xfrm>
              <a:off x="4036038" y="1407536"/>
              <a:ext cx="333673" cy="597124"/>
            </a:xfrm>
            <a:custGeom>
              <a:avLst/>
              <a:gdLst/>
              <a:ahLst/>
              <a:cxnLst/>
              <a:rect l="l" t="t" r="r" b="b"/>
              <a:pathLst>
                <a:path w="10411" h="18631" extrusionOk="0">
                  <a:moveTo>
                    <a:pt x="2390" y="1"/>
                  </a:moveTo>
                  <a:cubicBezTo>
                    <a:pt x="1956" y="285"/>
                    <a:pt x="1588" y="887"/>
                    <a:pt x="1287" y="2156"/>
                  </a:cubicBezTo>
                  <a:cubicBezTo>
                    <a:pt x="870" y="4479"/>
                    <a:pt x="151" y="3777"/>
                    <a:pt x="51" y="4328"/>
                  </a:cubicBezTo>
                  <a:cubicBezTo>
                    <a:pt x="1" y="4562"/>
                    <a:pt x="636" y="4763"/>
                    <a:pt x="485" y="5448"/>
                  </a:cubicBezTo>
                  <a:cubicBezTo>
                    <a:pt x="352" y="6183"/>
                    <a:pt x="218" y="7303"/>
                    <a:pt x="418" y="7570"/>
                  </a:cubicBezTo>
                  <a:cubicBezTo>
                    <a:pt x="736" y="7988"/>
                    <a:pt x="1521" y="8238"/>
                    <a:pt x="2591" y="8288"/>
                  </a:cubicBezTo>
                  <a:cubicBezTo>
                    <a:pt x="2691" y="8288"/>
                    <a:pt x="2808" y="8288"/>
                    <a:pt x="2908" y="8305"/>
                  </a:cubicBezTo>
                  <a:cubicBezTo>
                    <a:pt x="3660" y="8405"/>
                    <a:pt x="3359" y="10076"/>
                    <a:pt x="3326" y="10360"/>
                  </a:cubicBezTo>
                  <a:cubicBezTo>
                    <a:pt x="3226" y="10978"/>
                    <a:pt x="2891" y="11547"/>
                    <a:pt x="2373" y="11931"/>
                  </a:cubicBezTo>
                  <a:cubicBezTo>
                    <a:pt x="2039" y="12170"/>
                    <a:pt x="1373" y="12204"/>
                    <a:pt x="1019" y="12204"/>
                  </a:cubicBezTo>
                  <a:cubicBezTo>
                    <a:pt x="877" y="12204"/>
                    <a:pt x="786" y="12198"/>
                    <a:pt x="786" y="12198"/>
                  </a:cubicBezTo>
                  <a:lnTo>
                    <a:pt x="786" y="12198"/>
                  </a:lnTo>
                  <a:cubicBezTo>
                    <a:pt x="786" y="12198"/>
                    <a:pt x="753" y="18113"/>
                    <a:pt x="1839" y="18631"/>
                  </a:cubicBezTo>
                  <a:cubicBezTo>
                    <a:pt x="3510" y="18347"/>
                    <a:pt x="7703" y="15657"/>
                    <a:pt x="9140" y="13986"/>
                  </a:cubicBezTo>
                  <a:cubicBezTo>
                    <a:pt x="8071" y="13351"/>
                    <a:pt x="7703" y="12649"/>
                    <a:pt x="7570" y="11463"/>
                  </a:cubicBezTo>
                  <a:cubicBezTo>
                    <a:pt x="7436" y="10260"/>
                    <a:pt x="8038" y="6083"/>
                    <a:pt x="8038" y="6083"/>
                  </a:cubicBezTo>
                  <a:cubicBezTo>
                    <a:pt x="8038" y="6083"/>
                    <a:pt x="8181" y="6217"/>
                    <a:pt x="8504" y="6217"/>
                  </a:cubicBezTo>
                  <a:cubicBezTo>
                    <a:pt x="8608" y="6217"/>
                    <a:pt x="8731" y="6203"/>
                    <a:pt x="8873" y="6166"/>
                  </a:cubicBezTo>
                  <a:cubicBezTo>
                    <a:pt x="9441" y="5999"/>
                    <a:pt x="10410" y="3677"/>
                    <a:pt x="9608" y="3293"/>
                  </a:cubicBezTo>
                  <a:cubicBezTo>
                    <a:pt x="9445" y="3215"/>
                    <a:pt x="9286" y="3177"/>
                    <a:pt x="9133" y="3177"/>
                  </a:cubicBezTo>
                  <a:cubicBezTo>
                    <a:pt x="8596" y="3177"/>
                    <a:pt x="8123" y="3636"/>
                    <a:pt x="7720" y="4429"/>
                  </a:cubicBezTo>
                  <a:cubicBezTo>
                    <a:pt x="7085" y="3593"/>
                    <a:pt x="6901" y="3293"/>
                    <a:pt x="5949" y="2708"/>
                  </a:cubicBezTo>
                  <a:cubicBezTo>
                    <a:pt x="5164" y="2223"/>
                    <a:pt x="3760" y="1856"/>
                    <a:pt x="2975" y="1070"/>
                  </a:cubicBezTo>
                  <a:cubicBezTo>
                    <a:pt x="2674" y="770"/>
                    <a:pt x="2474" y="402"/>
                    <a:pt x="2390" y="1"/>
                  </a:cubicBezTo>
                  <a:close/>
                </a:path>
              </a:pathLst>
            </a:custGeom>
            <a:solidFill>
              <a:srgbClr val="9F6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364;p52"/>
            <p:cNvSpPr/>
            <p:nvPr/>
          </p:nvSpPr>
          <p:spPr>
            <a:xfrm>
              <a:off x="4070331" y="1592977"/>
              <a:ext cx="63747" cy="25063"/>
            </a:xfrm>
            <a:custGeom>
              <a:avLst/>
              <a:gdLst/>
              <a:ahLst/>
              <a:cxnLst/>
              <a:rect l="l" t="t" r="r" b="b"/>
              <a:pathLst>
                <a:path w="1989" h="782" extrusionOk="0">
                  <a:moveTo>
                    <a:pt x="1059" y="0"/>
                  </a:moveTo>
                  <a:cubicBezTo>
                    <a:pt x="696" y="0"/>
                    <a:pt x="296" y="176"/>
                    <a:pt x="0" y="781"/>
                  </a:cubicBezTo>
                  <a:lnTo>
                    <a:pt x="1988" y="330"/>
                  </a:lnTo>
                  <a:cubicBezTo>
                    <a:pt x="1988" y="330"/>
                    <a:pt x="1558" y="0"/>
                    <a:pt x="1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365;p52"/>
            <p:cNvSpPr/>
            <p:nvPr/>
          </p:nvSpPr>
          <p:spPr>
            <a:xfrm>
              <a:off x="4061229" y="1461540"/>
              <a:ext cx="225472" cy="99451"/>
            </a:xfrm>
            <a:custGeom>
              <a:avLst/>
              <a:gdLst/>
              <a:ahLst/>
              <a:cxnLst/>
              <a:rect l="l" t="t" r="r" b="b"/>
              <a:pathLst>
                <a:path w="7035" h="3103" extrusionOk="0">
                  <a:moveTo>
                    <a:pt x="2147" y="425"/>
                  </a:moveTo>
                  <a:cubicBezTo>
                    <a:pt x="2817" y="425"/>
                    <a:pt x="3408" y="1034"/>
                    <a:pt x="3242" y="1791"/>
                  </a:cubicBezTo>
                  <a:cubicBezTo>
                    <a:pt x="3126" y="2312"/>
                    <a:pt x="2659" y="2670"/>
                    <a:pt x="2146" y="2670"/>
                  </a:cubicBezTo>
                  <a:cubicBezTo>
                    <a:pt x="2066" y="2670"/>
                    <a:pt x="1986" y="2661"/>
                    <a:pt x="1905" y="2643"/>
                  </a:cubicBezTo>
                  <a:cubicBezTo>
                    <a:pt x="936" y="2426"/>
                    <a:pt x="702" y="1140"/>
                    <a:pt x="1537" y="605"/>
                  </a:cubicBezTo>
                  <a:cubicBezTo>
                    <a:pt x="1735" y="481"/>
                    <a:pt x="1945" y="425"/>
                    <a:pt x="2147" y="425"/>
                  </a:cubicBezTo>
                  <a:close/>
                  <a:moveTo>
                    <a:pt x="2133" y="1"/>
                  </a:moveTo>
                  <a:cubicBezTo>
                    <a:pt x="1577" y="1"/>
                    <a:pt x="1018" y="288"/>
                    <a:pt x="735" y="922"/>
                  </a:cubicBezTo>
                  <a:cubicBezTo>
                    <a:pt x="708" y="978"/>
                    <a:pt x="657" y="1010"/>
                    <a:pt x="602" y="1010"/>
                  </a:cubicBezTo>
                  <a:cubicBezTo>
                    <a:pt x="591" y="1010"/>
                    <a:pt x="580" y="1009"/>
                    <a:pt x="568" y="1006"/>
                  </a:cubicBezTo>
                  <a:lnTo>
                    <a:pt x="234" y="922"/>
                  </a:lnTo>
                  <a:cubicBezTo>
                    <a:pt x="221" y="920"/>
                    <a:pt x="209" y="919"/>
                    <a:pt x="197" y="919"/>
                  </a:cubicBezTo>
                  <a:cubicBezTo>
                    <a:pt x="113" y="919"/>
                    <a:pt x="46" y="969"/>
                    <a:pt x="17" y="1056"/>
                  </a:cubicBezTo>
                  <a:cubicBezTo>
                    <a:pt x="0" y="1140"/>
                    <a:pt x="50" y="1223"/>
                    <a:pt x="150" y="1257"/>
                  </a:cubicBezTo>
                  <a:lnTo>
                    <a:pt x="485" y="1323"/>
                  </a:lnTo>
                  <a:cubicBezTo>
                    <a:pt x="551" y="1340"/>
                    <a:pt x="602" y="1407"/>
                    <a:pt x="602" y="1491"/>
                  </a:cubicBezTo>
                  <a:cubicBezTo>
                    <a:pt x="562" y="2501"/>
                    <a:pt x="1370" y="3102"/>
                    <a:pt x="2175" y="3102"/>
                  </a:cubicBezTo>
                  <a:cubicBezTo>
                    <a:pt x="2741" y="3102"/>
                    <a:pt x="3307" y="2805"/>
                    <a:pt x="3576" y="2142"/>
                  </a:cubicBezTo>
                  <a:cubicBezTo>
                    <a:pt x="3609" y="2075"/>
                    <a:pt x="3676" y="2042"/>
                    <a:pt x="3759" y="2042"/>
                  </a:cubicBezTo>
                  <a:lnTo>
                    <a:pt x="6817" y="2727"/>
                  </a:lnTo>
                  <a:cubicBezTo>
                    <a:pt x="6830" y="2729"/>
                    <a:pt x="6842" y="2730"/>
                    <a:pt x="6854" y="2730"/>
                  </a:cubicBezTo>
                  <a:cubicBezTo>
                    <a:pt x="6938" y="2730"/>
                    <a:pt x="7003" y="2681"/>
                    <a:pt x="7018" y="2593"/>
                  </a:cubicBezTo>
                  <a:cubicBezTo>
                    <a:pt x="7034" y="2510"/>
                    <a:pt x="6984" y="2426"/>
                    <a:pt x="6884" y="2410"/>
                  </a:cubicBezTo>
                  <a:lnTo>
                    <a:pt x="3810" y="1724"/>
                  </a:lnTo>
                  <a:cubicBezTo>
                    <a:pt x="3743" y="1708"/>
                    <a:pt x="3693" y="1641"/>
                    <a:pt x="3693" y="1574"/>
                  </a:cubicBezTo>
                  <a:cubicBezTo>
                    <a:pt x="3712" y="583"/>
                    <a:pt x="2925" y="1"/>
                    <a:pt x="2133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366;p52"/>
            <p:cNvSpPr/>
            <p:nvPr/>
          </p:nvSpPr>
          <p:spPr>
            <a:xfrm>
              <a:off x="4060139" y="1576247"/>
              <a:ext cx="268867" cy="428412"/>
            </a:xfrm>
            <a:custGeom>
              <a:avLst/>
              <a:gdLst/>
              <a:ahLst/>
              <a:cxnLst/>
              <a:rect l="l" t="t" r="r" b="b"/>
              <a:pathLst>
                <a:path w="8389" h="13367" extrusionOk="0">
                  <a:moveTo>
                    <a:pt x="6935" y="0"/>
                  </a:moveTo>
                  <a:lnTo>
                    <a:pt x="6935" y="0"/>
                  </a:lnTo>
                  <a:cubicBezTo>
                    <a:pt x="6784" y="334"/>
                    <a:pt x="6651" y="552"/>
                    <a:pt x="6584" y="719"/>
                  </a:cubicBezTo>
                  <a:cubicBezTo>
                    <a:pt x="5378" y="2790"/>
                    <a:pt x="3328" y="3045"/>
                    <a:pt x="2366" y="3045"/>
                  </a:cubicBezTo>
                  <a:cubicBezTo>
                    <a:pt x="2289" y="3045"/>
                    <a:pt x="2218" y="3044"/>
                    <a:pt x="2156" y="3041"/>
                  </a:cubicBezTo>
                  <a:lnTo>
                    <a:pt x="2156" y="3041"/>
                  </a:lnTo>
                  <a:cubicBezTo>
                    <a:pt x="2908" y="3141"/>
                    <a:pt x="2607" y="4812"/>
                    <a:pt x="2574" y="5096"/>
                  </a:cubicBezTo>
                  <a:cubicBezTo>
                    <a:pt x="2474" y="5714"/>
                    <a:pt x="2139" y="6283"/>
                    <a:pt x="1621" y="6667"/>
                  </a:cubicBezTo>
                  <a:cubicBezTo>
                    <a:pt x="1287" y="6906"/>
                    <a:pt x="621" y="6940"/>
                    <a:pt x="267" y="6940"/>
                  </a:cubicBezTo>
                  <a:cubicBezTo>
                    <a:pt x="125" y="6940"/>
                    <a:pt x="34" y="6934"/>
                    <a:pt x="34" y="6934"/>
                  </a:cubicBezTo>
                  <a:lnTo>
                    <a:pt x="34" y="6934"/>
                  </a:lnTo>
                  <a:cubicBezTo>
                    <a:pt x="34" y="6934"/>
                    <a:pt x="1" y="12849"/>
                    <a:pt x="1087" y="13367"/>
                  </a:cubicBezTo>
                  <a:cubicBezTo>
                    <a:pt x="2758" y="13083"/>
                    <a:pt x="6951" y="10393"/>
                    <a:pt x="8388" y="8722"/>
                  </a:cubicBezTo>
                  <a:cubicBezTo>
                    <a:pt x="7319" y="8087"/>
                    <a:pt x="6951" y="7385"/>
                    <a:pt x="6818" y="6199"/>
                  </a:cubicBezTo>
                  <a:cubicBezTo>
                    <a:pt x="6684" y="4996"/>
                    <a:pt x="7286" y="819"/>
                    <a:pt x="7286" y="819"/>
                  </a:cubicBezTo>
                  <a:cubicBezTo>
                    <a:pt x="7286" y="819"/>
                    <a:pt x="6901" y="635"/>
                    <a:pt x="6935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367;p52"/>
            <p:cNvSpPr/>
            <p:nvPr/>
          </p:nvSpPr>
          <p:spPr>
            <a:xfrm>
              <a:off x="4289874" y="1526890"/>
              <a:ext cx="49838" cy="58812"/>
            </a:xfrm>
            <a:custGeom>
              <a:avLst/>
              <a:gdLst/>
              <a:ahLst/>
              <a:cxnLst/>
              <a:rect l="l" t="t" r="r" b="b"/>
              <a:pathLst>
                <a:path w="1555" h="1835" extrusionOk="0">
                  <a:moveTo>
                    <a:pt x="1230" y="1"/>
                  </a:moveTo>
                  <a:cubicBezTo>
                    <a:pt x="1154" y="1"/>
                    <a:pt x="1062" y="20"/>
                    <a:pt x="953" y="70"/>
                  </a:cubicBezTo>
                  <a:cubicBezTo>
                    <a:pt x="368" y="320"/>
                    <a:pt x="1" y="1707"/>
                    <a:pt x="519" y="1824"/>
                  </a:cubicBezTo>
                  <a:cubicBezTo>
                    <a:pt x="551" y="1832"/>
                    <a:pt x="582" y="1835"/>
                    <a:pt x="612" y="1835"/>
                  </a:cubicBezTo>
                  <a:cubicBezTo>
                    <a:pt x="1062" y="1835"/>
                    <a:pt x="1233" y="1062"/>
                    <a:pt x="920" y="905"/>
                  </a:cubicBezTo>
                  <a:cubicBezTo>
                    <a:pt x="853" y="872"/>
                    <a:pt x="769" y="838"/>
                    <a:pt x="686" y="805"/>
                  </a:cubicBezTo>
                  <a:cubicBezTo>
                    <a:pt x="686" y="805"/>
                    <a:pt x="908" y="151"/>
                    <a:pt x="1404" y="151"/>
                  </a:cubicBezTo>
                  <a:cubicBezTo>
                    <a:pt x="1452" y="151"/>
                    <a:pt x="1502" y="157"/>
                    <a:pt x="1555" y="170"/>
                  </a:cubicBezTo>
                  <a:cubicBezTo>
                    <a:pt x="1555" y="170"/>
                    <a:pt x="1461" y="1"/>
                    <a:pt x="1230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368;p52"/>
            <p:cNvSpPr/>
            <p:nvPr/>
          </p:nvSpPr>
          <p:spPr>
            <a:xfrm>
              <a:off x="4129239" y="1444810"/>
              <a:ext cx="45094" cy="28653"/>
            </a:xfrm>
            <a:custGeom>
              <a:avLst/>
              <a:gdLst/>
              <a:ahLst/>
              <a:cxnLst/>
              <a:rect l="l" t="t" r="r" b="b"/>
              <a:pathLst>
                <a:path w="1407" h="894" extrusionOk="0">
                  <a:moveTo>
                    <a:pt x="662" y="0"/>
                  </a:moveTo>
                  <a:cubicBezTo>
                    <a:pt x="404" y="0"/>
                    <a:pt x="143" y="121"/>
                    <a:pt x="0" y="325"/>
                  </a:cubicBezTo>
                  <a:cubicBezTo>
                    <a:pt x="518" y="342"/>
                    <a:pt x="1003" y="542"/>
                    <a:pt x="1387" y="893"/>
                  </a:cubicBezTo>
                  <a:cubicBezTo>
                    <a:pt x="1407" y="258"/>
                    <a:pt x="1038" y="0"/>
                    <a:pt x="66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369;p52"/>
            <p:cNvSpPr/>
            <p:nvPr/>
          </p:nvSpPr>
          <p:spPr>
            <a:xfrm>
              <a:off x="4106195" y="1497116"/>
              <a:ext cx="23589" cy="23845"/>
            </a:xfrm>
            <a:custGeom>
              <a:avLst/>
              <a:gdLst/>
              <a:ahLst/>
              <a:cxnLst/>
              <a:rect l="l" t="t" r="r" b="b"/>
              <a:pathLst>
                <a:path w="736" h="744" extrusionOk="0">
                  <a:moveTo>
                    <a:pt x="374" y="0"/>
                  </a:moveTo>
                  <a:cubicBezTo>
                    <a:pt x="351" y="0"/>
                    <a:pt x="326" y="5"/>
                    <a:pt x="301" y="13"/>
                  </a:cubicBezTo>
                  <a:cubicBezTo>
                    <a:pt x="251" y="13"/>
                    <a:pt x="201" y="30"/>
                    <a:pt x="168" y="63"/>
                  </a:cubicBezTo>
                  <a:cubicBezTo>
                    <a:pt x="84" y="113"/>
                    <a:pt x="34" y="197"/>
                    <a:pt x="17" y="297"/>
                  </a:cubicBezTo>
                  <a:cubicBezTo>
                    <a:pt x="1" y="330"/>
                    <a:pt x="1" y="364"/>
                    <a:pt x="1" y="397"/>
                  </a:cubicBezTo>
                  <a:cubicBezTo>
                    <a:pt x="1" y="464"/>
                    <a:pt x="34" y="514"/>
                    <a:pt x="67" y="581"/>
                  </a:cubicBezTo>
                  <a:cubicBezTo>
                    <a:pt x="84" y="598"/>
                    <a:pt x="118" y="631"/>
                    <a:pt x="134" y="648"/>
                  </a:cubicBezTo>
                  <a:cubicBezTo>
                    <a:pt x="184" y="698"/>
                    <a:pt x="235" y="715"/>
                    <a:pt x="301" y="731"/>
                  </a:cubicBezTo>
                  <a:cubicBezTo>
                    <a:pt x="326" y="740"/>
                    <a:pt x="351" y="744"/>
                    <a:pt x="374" y="744"/>
                  </a:cubicBezTo>
                  <a:cubicBezTo>
                    <a:pt x="397" y="744"/>
                    <a:pt x="418" y="740"/>
                    <a:pt x="435" y="731"/>
                  </a:cubicBezTo>
                  <a:cubicBezTo>
                    <a:pt x="485" y="731"/>
                    <a:pt x="535" y="698"/>
                    <a:pt x="569" y="681"/>
                  </a:cubicBezTo>
                  <a:cubicBezTo>
                    <a:pt x="652" y="614"/>
                    <a:pt x="702" y="531"/>
                    <a:pt x="736" y="447"/>
                  </a:cubicBezTo>
                  <a:cubicBezTo>
                    <a:pt x="736" y="414"/>
                    <a:pt x="736" y="381"/>
                    <a:pt x="736" y="347"/>
                  </a:cubicBezTo>
                  <a:cubicBezTo>
                    <a:pt x="736" y="280"/>
                    <a:pt x="719" y="213"/>
                    <a:pt x="686" y="163"/>
                  </a:cubicBezTo>
                  <a:lnTo>
                    <a:pt x="619" y="97"/>
                  </a:lnTo>
                  <a:cubicBezTo>
                    <a:pt x="569" y="46"/>
                    <a:pt x="502" y="30"/>
                    <a:pt x="435" y="13"/>
                  </a:cubicBezTo>
                  <a:cubicBezTo>
                    <a:pt x="418" y="5"/>
                    <a:pt x="397" y="0"/>
                    <a:pt x="37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370;p52"/>
            <p:cNvSpPr/>
            <p:nvPr/>
          </p:nvSpPr>
          <p:spPr>
            <a:xfrm>
              <a:off x="3641919" y="1458816"/>
              <a:ext cx="885221" cy="721862"/>
            </a:xfrm>
            <a:custGeom>
              <a:avLst/>
              <a:gdLst/>
              <a:ahLst/>
              <a:cxnLst/>
              <a:rect l="l" t="t" r="r" b="b"/>
              <a:pathLst>
                <a:path w="27620" h="22523" extrusionOk="0">
                  <a:moveTo>
                    <a:pt x="5533" y="1"/>
                  </a:moveTo>
                  <a:cubicBezTo>
                    <a:pt x="5223" y="1"/>
                    <a:pt x="0" y="1542"/>
                    <a:pt x="0" y="1542"/>
                  </a:cubicBezTo>
                  <a:cubicBezTo>
                    <a:pt x="0" y="1542"/>
                    <a:pt x="1086" y="14725"/>
                    <a:pt x="3275" y="20206"/>
                  </a:cubicBezTo>
                  <a:cubicBezTo>
                    <a:pt x="6328" y="21957"/>
                    <a:pt x="11822" y="22522"/>
                    <a:pt x="16421" y="22522"/>
                  </a:cubicBezTo>
                  <a:cubicBezTo>
                    <a:pt x="19676" y="22522"/>
                    <a:pt x="22483" y="22239"/>
                    <a:pt x="23660" y="21893"/>
                  </a:cubicBezTo>
                  <a:cubicBezTo>
                    <a:pt x="26500" y="21041"/>
                    <a:pt x="27352" y="19270"/>
                    <a:pt x="27469" y="18568"/>
                  </a:cubicBezTo>
                  <a:cubicBezTo>
                    <a:pt x="27603" y="17883"/>
                    <a:pt x="27620" y="16379"/>
                    <a:pt x="26400" y="15360"/>
                  </a:cubicBezTo>
                  <a:cubicBezTo>
                    <a:pt x="25197" y="14324"/>
                    <a:pt x="8672" y="13789"/>
                    <a:pt x="8672" y="13789"/>
                  </a:cubicBezTo>
                  <a:cubicBezTo>
                    <a:pt x="8672" y="13789"/>
                    <a:pt x="5548" y="105"/>
                    <a:pt x="5548" y="5"/>
                  </a:cubicBezTo>
                  <a:cubicBezTo>
                    <a:pt x="5548" y="2"/>
                    <a:pt x="5543" y="1"/>
                    <a:pt x="5533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1371;p52"/>
          <p:cNvGrpSpPr/>
          <p:nvPr/>
        </p:nvGrpSpPr>
        <p:grpSpPr>
          <a:xfrm>
            <a:off x="7727005" y="2022888"/>
            <a:ext cx="1345145" cy="3120612"/>
            <a:chOff x="4454803" y="1366192"/>
            <a:chExt cx="1416995" cy="3491655"/>
          </a:xfrm>
        </p:grpSpPr>
        <p:sp>
          <p:nvSpPr>
            <p:cNvPr id="74" name="Google Shape;1372;p52"/>
            <p:cNvSpPr/>
            <p:nvPr/>
          </p:nvSpPr>
          <p:spPr>
            <a:xfrm>
              <a:off x="4788443" y="1366192"/>
              <a:ext cx="629782" cy="560490"/>
            </a:xfrm>
            <a:custGeom>
              <a:avLst/>
              <a:gdLst/>
              <a:ahLst/>
              <a:cxnLst/>
              <a:rect l="l" t="t" r="r" b="b"/>
              <a:pathLst>
                <a:path w="19650" h="17488" extrusionOk="0">
                  <a:moveTo>
                    <a:pt x="15500" y="1"/>
                  </a:moveTo>
                  <a:cubicBezTo>
                    <a:pt x="15198" y="1"/>
                    <a:pt x="14899" y="20"/>
                    <a:pt x="14620" y="55"/>
                  </a:cubicBezTo>
                  <a:cubicBezTo>
                    <a:pt x="10761" y="589"/>
                    <a:pt x="8104" y="873"/>
                    <a:pt x="7670" y="3998"/>
                  </a:cubicBezTo>
                  <a:cubicBezTo>
                    <a:pt x="7536" y="5000"/>
                    <a:pt x="6684" y="5769"/>
                    <a:pt x="5748" y="6203"/>
                  </a:cubicBezTo>
                  <a:cubicBezTo>
                    <a:pt x="4829" y="6621"/>
                    <a:pt x="3810" y="6805"/>
                    <a:pt x="2874" y="7189"/>
                  </a:cubicBezTo>
                  <a:cubicBezTo>
                    <a:pt x="1922" y="7573"/>
                    <a:pt x="953" y="8158"/>
                    <a:pt x="635" y="9127"/>
                  </a:cubicBezTo>
                  <a:cubicBezTo>
                    <a:pt x="0" y="11116"/>
                    <a:pt x="385" y="13288"/>
                    <a:pt x="1638" y="14959"/>
                  </a:cubicBezTo>
                  <a:cubicBezTo>
                    <a:pt x="2933" y="16632"/>
                    <a:pt x="5046" y="17488"/>
                    <a:pt x="7141" y="17488"/>
                  </a:cubicBezTo>
                  <a:cubicBezTo>
                    <a:pt x="8100" y="17488"/>
                    <a:pt x="9055" y="17309"/>
                    <a:pt x="9925" y="16947"/>
                  </a:cubicBezTo>
                  <a:cubicBezTo>
                    <a:pt x="11112" y="16446"/>
                    <a:pt x="12198" y="15761"/>
                    <a:pt x="13167" y="14892"/>
                  </a:cubicBezTo>
                  <a:cubicBezTo>
                    <a:pt x="14370" y="13806"/>
                    <a:pt x="15389" y="12419"/>
                    <a:pt x="16893" y="11784"/>
                  </a:cubicBezTo>
                  <a:cubicBezTo>
                    <a:pt x="17444" y="11533"/>
                    <a:pt x="18062" y="11400"/>
                    <a:pt x="18564" y="11049"/>
                  </a:cubicBezTo>
                  <a:cubicBezTo>
                    <a:pt x="19249" y="10547"/>
                    <a:pt x="19583" y="9662"/>
                    <a:pt x="19616" y="8810"/>
                  </a:cubicBezTo>
                  <a:cubicBezTo>
                    <a:pt x="19650" y="7874"/>
                    <a:pt x="19466" y="6955"/>
                    <a:pt x="19299" y="6053"/>
                  </a:cubicBezTo>
                  <a:cubicBezTo>
                    <a:pt x="18831" y="3513"/>
                    <a:pt x="19265" y="1742"/>
                    <a:pt x="18112" y="706"/>
                  </a:cubicBezTo>
                  <a:cubicBezTo>
                    <a:pt x="17548" y="206"/>
                    <a:pt x="16500" y="1"/>
                    <a:pt x="15500" y="1"/>
                  </a:cubicBezTo>
                  <a:close/>
                </a:path>
              </a:pathLst>
            </a:custGeom>
            <a:solidFill>
              <a:srgbClr val="ED30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373;p52"/>
            <p:cNvSpPr/>
            <p:nvPr/>
          </p:nvSpPr>
          <p:spPr>
            <a:xfrm>
              <a:off x="4882702" y="1438625"/>
              <a:ext cx="490557" cy="464981"/>
            </a:xfrm>
            <a:custGeom>
              <a:avLst/>
              <a:gdLst/>
              <a:ahLst/>
              <a:cxnLst/>
              <a:rect l="l" t="t" r="r" b="b"/>
              <a:pathLst>
                <a:path w="15306" h="14508" extrusionOk="0">
                  <a:moveTo>
                    <a:pt x="14770" y="0"/>
                  </a:moveTo>
                  <a:cubicBezTo>
                    <a:pt x="14770" y="0"/>
                    <a:pt x="14587" y="485"/>
                    <a:pt x="12899" y="535"/>
                  </a:cubicBezTo>
                  <a:cubicBezTo>
                    <a:pt x="11228" y="568"/>
                    <a:pt x="7719" y="401"/>
                    <a:pt x="7268" y="2840"/>
                  </a:cubicBezTo>
                  <a:cubicBezTo>
                    <a:pt x="6834" y="5280"/>
                    <a:pt x="5998" y="6299"/>
                    <a:pt x="4578" y="6600"/>
                  </a:cubicBezTo>
                  <a:cubicBezTo>
                    <a:pt x="3141" y="6917"/>
                    <a:pt x="986" y="6867"/>
                    <a:pt x="485" y="8638"/>
                  </a:cubicBezTo>
                  <a:cubicBezTo>
                    <a:pt x="0" y="10426"/>
                    <a:pt x="2573" y="14319"/>
                    <a:pt x="6249" y="14503"/>
                  </a:cubicBezTo>
                  <a:cubicBezTo>
                    <a:pt x="6312" y="14506"/>
                    <a:pt x="6375" y="14507"/>
                    <a:pt x="6436" y="14507"/>
                  </a:cubicBezTo>
                  <a:cubicBezTo>
                    <a:pt x="9966" y="14507"/>
                    <a:pt x="10669" y="9877"/>
                    <a:pt x="12114" y="9039"/>
                  </a:cubicBezTo>
                  <a:cubicBezTo>
                    <a:pt x="13567" y="8204"/>
                    <a:pt x="14687" y="7669"/>
                    <a:pt x="14988" y="6333"/>
                  </a:cubicBezTo>
                  <a:cubicBezTo>
                    <a:pt x="15305" y="5013"/>
                    <a:pt x="14770" y="0"/>
                    <a:pt x="14770" y="0"/>
                  </a:cubicBezTo>
                  <a:close/>
                </a:path>
              </a:pathLst>
            </a:custGeom>
            <a:solidFill>
              <a:srgbClr val="CD20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374;p52"/>
            <p:cNvSpPr/>
            <p:nvPr/>
          </p:nvSpPr>
          <p:spPr>
            <a:xfrm>
              <a:off x="5346434" y="4644682"/>
              <a:ext cx="518954" cy="213165"/>
            </a:xfrm>
            <a:custGeom>
              <a:avLst/>
              <a:gdLst/>
              <a:ahLst/>
              <a:cxnLst/>
              <a:rect l="l" t="t" r="r" b="b"/>
              <a:pathLst>
                <a:path w="16192" h="6651" extrusionOk="0">
                  <a:moveTo>
                    <a:pt x="6417" y="1"/>
                  </a:moveTo>
                  <a:lnTo>
                    <a:pt x="1" y="502"/>
                  </a:lnTo>
                  <a:lnTo>
                    <a:pt x="118" y="3660"/>
                  </a:lnTo>
                  <a:lnTo>
                    <a:pt x="235" y="6651"/>
                  </a:lnTo>
                  <a:lnTo>
                    <a:pt x="16191" y="6651"/>
                  </a:lnTo>
                  <a:cubicBezTo>
                    <a:pt x="16191" y="6651"/>
                    <a:pt x="15272" y="4679"/>
                    <a:pt x="12682" y="4111"/>
                  </a:cubicBezTo>
                  <a:cubicBezTo>
                    <a:pt x="11563" y="3877"/>
                    <a:pt x="10477" y="3526"/>
                    <a:pt x="9441" y="3075"/>
                  </a:cubicBezTo>
                  <a:cubicBezTo>
                    <a:pt x="6333" y="1672"/>
                    <a:pt x="6417" y="1"/>
                    <a:pt x="6417" y="1"/>
                  </a:cubicBezTo>
                  <a:close/>
                </a:path>
              </a:pathLst>
            </a:custGeom>
            <a:solidFill>
              <a:srgbClr val="F380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375;p52"/>
            <p:cNvSpPr/>
            <p:nvPr/>
          </p:nvSpPr>
          <p:spPr>
            <a:xfrm>
              <a:off x="5146698" y="2814339"/>
              <a:ext cx="449309" cy="1905373"/>
            </a:xfrm>
            <a:custGeom>
              <a:avLst/>
              <a:gdLst/>
              <a:ahLst/>
              <a:cxnLst/>
              <a:rect l="l" t="t" r="r" b="b"/>
              <a:pathLst>
                <a:path w="14019" h="59450" extrusionOk="0">
                  <a:moveTo>
                    <a:pt x="0" y="0"/>
                  </a:moveTo>
                  <a:cubicBezTo>
                    <a:pt x="0" y="0"/>
                    <a:pt x="318" y="2640"/>
                    <a:pt x="769" y="6400"/>
                  </a:cubicBezTo>
                  <a:cubicBezTo>
                    <a:pt x="1705" y="14169"/>
                    <a:pt x="3208" y="26717"/>
                    <a:pt x="3626" y="30493"/>
                  </a:cubicBezTo>
                  <a:cubicBezTo>
                    <a:pt x="3626" y="35907"/>
                    <a:pt x="4578" y="59449"/>
                    <a:pt x="4578" y="59449"/>
                  </a:cubicBezTo>
                  <a:lnTo>
                    <a:pt x="14019" y="57244"/>
                  </a:lnTo>
                  <a:cubicBezTo>
                    <a:pt x="14019" y="57244"/>
                    <a:pt x="13969" y="35957"/>
                    <a:pt x="13818" y="29507"/>
                  </a:cubicBezTo>
                  <a:cubicBezTo>
                    <a:pt x="13718" y="25230"/>
                    <a:pt x="12766" y="13451"/>
                    <a:pt x="11680" y="6400"/>
                  </a:cubicBezTo>
                  <a:cubicBezTo>
                    <a:pt x="11128" y="2824"/>
                    <a:pt x="10727" y="334"/>
                    <a:pt x="10727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376;p52"/>
            <p:cNvSpPr/>
            <p:nvPr/>
          </p:nvSpPr>
          <p:spPr>
            <a:xfrm>
              <a:off x="5350184" y="4743236"/>
              <a:ext cx="515204" cy="114611"/>
            </a:xfrm>
            <a:custGeom>
              <a:avLst/>
              <a:gdLst/>
              <a:ahLst/>
              <a:cxnLst/>
              <a:rect l="l" t="t" r="r" b="b"/>
              <a:pathLst>
                <a:path w="16075" h="3576" extrusionOk="0">
                  <a:moveTo>
                    <a:pt x="9324" y="0"/>
                  </a:moveTo>
                  <a:cubicBezTo>
                    <a:pt x="8622" y="685"/>
                    <a:pt x="7904" y="1521"/>
                    <a:pt x="7503" y="2373"/>
                  </a:cubicBezTo>
                  <a:cubicBezTo>
                    <a:pt x="3710" y="2022"/>
                    <a:pt x="1471" y="1036"/>
                    <a:pt x="1" y="585"/>
                  </a:cubicBezTo>
                  <a:lnTo>
                    <a:pt x="1" y="585"/>
                  </a:lnTo>
                  <a:lnTo>
                    <a:pt x="118" y="3576"/>
                  </a:lnTo>
                  <a:lnTo>
                    <a:pt x="16074" y="3576"/>
                  </a:lnTo>
                  <a:cubicBezTo>
                    <a:pt x="16074" y="3576"/>
                    <a:pt x="15155" y="1604"/>
                    <a:pt x="12565" y="1036"/>
                  </a:cubicBezTo>
                  <a:cubicBezTo>
                    <a:pt x="11446" y="802"/>
                    <a:pt x="10360" y="451"/>
                    <a:pt x="932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377;p52"/>
            <p:cNvSpPr/>
            <p:nvPr/>
          </p:nvSpPr>
          <p:spPr>
            <a:xfrm>
              <a:off x="4886965" y="4644682"/>
              <a:ext cx="511454" cy="213165"/>
            </a:xfrm>
            <a:custGeom>
              <a:avLst/>
              <a:gdLst/>
              <a:ahLst/>
              <a:cxnLst/>
              <a:rect l="l" t="t" r="r" b="b"/>
              <a:pathLst>
                <a:path w="15958" h="6651" extrusionOk="0">
                  <a:moveTo>
                    <a:pt x="6784" y="1"/>
                  </a:moveTo>
                  <a:lnTo>
                    <a:pt x="335" y="502"/>
                  </a:lnTo>
                  <a:lnTo>
                    <a:pt x="168" y="3660"/>
                  </a:lnTo>
                  <a:lnTo>
                    <a:pt x="1" y="6651"/>
                  </a:lnTo>
                  <a:lnTo>
                    <a:pt x="15957" y="6651"/>
                  </a:lnTo>
                  <a:cubicBezTo>
                    <a:pt x="15957" y="6651"/>
                    <a:pt x="15222" y="4679"/>
                    <a:pt x="12682" y="4111"/>
                  </a:cubicBezTo>
                  <a:cubicBezTo>
                    <a:pt x="11596" y="3877"/>
                    <a:pt x="10544" y="3543"/>
                    <a:pt x="9541" y="3075"/>
                  </a:cubicBezTo>
                  <a:cubicBezTo>
                    <a:pt x="6567" y="1672"/>
                    <a:pt x="6784" y="1"/>
                    <a:pt x="678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378;p52"/>
            <p:cNvSpPr/>
            <p:nvPr/>
          </p:nvSpPr>
          <p:spPr>
            <a:xfrm>
              <a:off x="4838762" y="2814339"/>
              <a:ext cx="415592" cy="1905373"/>
            </a:xfrm>
            <a:custGeom>
              <a:avLst/>
              <a:gdLst/>
              <a:ahLst/>
              <a:cxnLst/>
              <a:rect l="l" t="t" r="r" b="b"/>
              <a:pathLst>
                <a:path w="12967" h="59450" extrusionOk="0">
                  <a:moveTo>
                    <a:pt x="803" y="0"/>
                  </a:moveTo>
                  <a:cubicBezTo>
                    <a:pt x="803" y="0"/>
                    <a:pt x="886" y="2640"/>
                    <a:pt x="987" y="6400"/>
                  </a:cubicBezTo>
                  <a:cubicBezTo>
                    <a:pt x="1221" y="14169"/>
                    <a:pt x="1588" y="26717"/>
                    <a:pt x="1672" y="30493"/>
                  </a:cubicBezTo>
                  <a:cubicBezTo>
                    <a:pt x="1187" y="35907"/>
                    <a:pt x="1" y="59449"/>
                    <a:pt x="1" y="59449"/>
                  </a:cubicBezTo>
                  <a:lnTo>
                    <a:pt x="9658" y="57244"/>
                  </a:lnTo>
                  <a:cubicBezTo>
                    <a:pt x="9658" y="57244"/>
                    <a:pt x="12265" y="35406"/>
                    <a:pt x="12683" y="28956"/>
                  </a:cubicBezTo>
                  <a:cubicBezTo>
                    <a:pt x="12967" y="24679"/>
                    <a:pt x="12332" y="13451"/>
                    <a:pt x="11897" y="6400"/>
                  </a:cubicBezTo>
                  <a:cubicBezTo>
                    <a:pt x="11664" y="2824"/>
                    <a:pt x="11480" y="334"/>
                    <a:pt x="11480" y="334"/>
                  </a:cubicBezTo>
                  <a:lnTo>
                    <a:pt x="803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379;p52"/>
            <p:cNvSpPr/>
            <p:nvPr/>
          </p:nvSpPr>
          <p:spPr>
            <a:xfrm>
              <a:off x="4866101" y="2814339"/>
              <a:ext cx="382357" cy="205120"/>
            </a:xfrm>
            <a:custGeom>
              <a:avLst/>
              <a:gdLst/>
              <a:ahLst/>
              <a:cxnLst/>
              <a:rect l="l" t="t" r="r" b="b"/>
              <a:pathLst>
                <a:path w="11930" h="6400" extrusionOk="0">
                  <a:moveTo>
                    <a:pt x="0" y="0"/>
                  </a:moveTo>
                  <a:cubicBezTo>
                    <a:pt x="0" y="0"/>
                    <a:pt x="84" y="2640"/>
                    <a:pt x="217" y="6400"/>
                  </a:cubicBezTo>
                  <a:lnTo>
                    <a:pt x="11930" y="6400"/>
                  </a:lnTo>
                  <a:cubicBezTo>
                    <a:pt x="11696" y="2824"/>
                    <a:pt x="11496" y="334"/>
                    <a:pt x="11496" y="3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380;p52"/>
            <p:cNvSpPr/>
            <p:nvPr/>
          </p:nvSpPr>
          <p:spPr>
            <a:xfrm>
              <a:off x="4886965" y="4743236"/>
              <a:ext cx="511454" cy="114611"/>
            </a:xfrm>
            <a:custGeom>
              <a:avLst/>
              <a:gdLst/>
              <a:ahLst/>
              <a:cxnLst/>
              <a:rect l="l" t="t" r="r" b="b"/>
              <a:pathLst>
                <a:path w="15958" h="3576" extrusionOk="0">
                  <a:moveTo>
                    <a:pt x="9541" y="0"/>
                  </a:moveTo>
                  <a:cubicBezTo>
                    <a:pt x="8773" y="685"/>
                    <a:pt x="7971" y="1521"/>
                    <a:pt x="7503" y="2373"/>
                  </a:cubicBezTo>
                  <a:cubicBezTo>
                    <a:pt x="3743" y="2022"/>
                    <a:pt x="1588" y="1036"/>
                    <a:pt x="168" y="585"/>
                  </a:cubicBezTo>
                  <a:lnTo>
                    <a:pt x="1" y="3576"/>
                  </a:lnTo>
                  <a:lnTo>
                    <a:pt x="15957" y="3576"/>
                  </a:lnTo>
                  <a:cubicBezTo>
                    <a:pt x="15957" y="3576"/>
                    <a:pt x="15222" y="1604"/>
                    <a:pt x="12682" y="1036"/>
                  </a:cubicBezTo>
                  <a:cubicBezTo>
                    <a:pt x="11596" y="802"/>
                    <a:pt x="10544" y="468"/>
                    <a:pt x="954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381;p52"/>
            <p:cNvSpPr/>
            <p:nvPr/>
          </p:nvSpPr>
          <p:spPr>
            <a:xfrm>
              <a:off x="5704689" y="1612111"/>
              <a:ext cx="115188" cy="133905"/>
            </a:xfrm>
            <a:custGeom>
              <a:avLst/>
              <a:gdLst/>
              <a:ahLst/>
              <a:cxnLst/>
              <a:rect l="l" t="t" r="r" b="b"/>
              <a:pathLst>
                <a:path w="3594" h="4178" extrusionOk="0">
                  <a:moveTo>
                    <a:pt x="836" y="1"/>
                  </a:moveTo>
                  <a:lnTo>
                    <a:pt x="1" y="3810"/>
                  </a:lnTo>
                  <a:lnTo>
                    <a:pt x="3593" y="4178"/>
                  </a:lnTo>
                  <a:lnTo>
                    <a:pt x="3326" y="602"/>
                  </a:lnTo>
                  <a:lnTo>
                    <a:pt x="836" y="1"/>
                  </a:ln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382;p52"/>
            <p:cNvSpPr/>
            <p:nvPr/>
          </p:nvSpPr>
          <p:spPr>
            <a:xfrm>
              <a:off x="5179357" y="1675314"/>
              <a:ext cx="685485" cy="626449"/>
            </a:xfrm>
            <a:custGeom>
              <a:avLst/>
              <a:gdLst/>
              <a:ahLst/>
              <a:cxnLst/>
              <a:rect l="l" t="t" r="r" b="b"/>
              <a:pathLst>
                <a:path w="21388" h="19546" extrusionOk="0">
                  <a:moveTo>
                    <a:pt x="21204" y="0"/>
                  </a:moveTo>
                  <a:lnTo>
                    <a:pt x="15055" y="17"/>
                  </a:lnTo>
                  <a:cubicBezTo>
                    <a:pt x="15055" y="17"/>
                    <a:pt x="14236" y="4996"/>
                    <a:pt x="13635" y="9541"/>
                  </a:cubicBezTo>
                  <a:cubicBezTo>
                    <a:pt x="11663" y="8171"/>
                    <a:pt x="9675" y="6968"/>
                    <a:pt x="8422" y="6199"/>
                  </a:cubicBezTo>
                  <a:cubicBezTo>
                    <a:pt x="7223" y="5454"/>
                    <a:pt x="6057" y="5121"/>
                    <a:pt x="5007" y="5121"/>
                  </a:cubicBezTo>
                  <a:cubicBezTo>
                    <a:pt x="3348" y="5121"/>
                    <a:pt x="1977" y="5951"/>
                    <a:pt x="1220" y="7302"/>
                  </a:cubicBezTo>
                  <a:cubicBezTo>
                    <a:pt x="1" y="9491"/>
                    <a:pt x="4579" y="13334"/>
                    <a:pt x="6417" y="14436"/>
                  </a:cubicBezTo>
                  <a:cubicBezTo>
                    <a:pt x="8505" y="15690"/>
                    <a:pt x="10577" y="16976"/>
                    <a:pt x="12783" y="17995"/>
                  </a:cubicBezTo>
                  <a:cubicBezTo>
                    <a:pt x="13981" y="18562"/>
                    <a:pt x="15258" y="19546"/>
                    <a:pt x="16561" y="19546"/>
                  </a:cubicBezTo>
                  <a:cubicBezTo>
                    <a:pt x="16948" y="19546"/>
                    <a:pt x="17338" y="19459"/>
                    <a:pt x="17728" y="19248"/>
                  </a:cubicBezTo>
                  <a:cubicBezTo>
                    <a:pt x="20435" y="17795"/>
                    <a:pt x="21154" y="12348"/>
                    <a:pt x="21254" y="9791"/>
                  </a:cubicBezTo>
                  <a:cubicBezTo>
                    <a:pt x="21388" y="6533"/>
                    <a:pt x="21354" y="3258"/>
                    <a:pt x="2120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383;p52"/>
            <p:cNvSpPr/>
            <p:nvPr/>
          </p:nvSpPr>
          <p:spPr>
            <a:xfrm>
              <a:off x="4778252" y="1823641"/>
              <a:ext cx="829005" cy="1100501"/>
            </a:xfrm>
            <a:custGeom>
              <a:avLst/>
              <a:gdLst/>
              <a:ahLst/>
              <a:cxnLst/>
              <a:rect l="l" t="t" r="r" b="b"/>
              <a:pathLst>
                <a:path w="25866" h="34337" extrusionOk="0">
                  <a:moveTo>
                    <a:pt x="8739" y="0"/>
                  </a:moveTo>
                  <a:cubicBezTo>
                    <a:pt x="8422" y="84"/>
                    <a:pt x="8088" y="151"/>
                    <a:pt x="7754" y="201"/>
                  </a:cubicBezTo>
                  <a:cubicBezTo>
                    <a:pt x="5364" y="602"/>
                    <a:pt x="2674" y="686"/>
                    <a:pt x="1237" y="3125"/>
                  </a:cubicBezTo>
                  <a:cubicBezTo>
                    <a:pt x="1" y="5214"/>
                    <a:pt x="1070" y="11262"/>
                    <a:pt x="2140" y="16392"/>
                  </a:cubicBezTo>
                  <a:cubicBezTo>
                    <a:pt x="2741" y="19265"/>
                    <a:pt x="2758" y="22223"/>
                    <a:pt x="2173" y="25097"/>
                  </a:cubicBezTo>
                  <a:cubicBezTo>
                    <a:pt x="1371" y="29090"/>
                    <a:pt x="569" y="34336"/>
                    <a:pt x="569" y="34336"/>
                  </a:cubicBezTo>
                  <a:lnTo>
                    <a:pt x="25866" y="34336"/>
                  </a:lnTo>
                  <a:cubicBezTo>
                    <a:pt x="24730" y="29123"/>
                    <a:pt x="21221" y="18848"/>
                    <a:pt x="21187" y="18764"/>
                  </a:cubicBezTo>
                  <a:cubicBezTo>
                    <a:pt x="21187" y="18764"/>
                    <a:pt x="21889" y="2674"/>
                    <a:pt x="20937" y="1571"/>
                  </a:cubicBezTo>
                  <a:cubicBezTo>
                    <a:pt x="20369" y="886"/>
                    <a:pt x="19015" y="502"/>
                    <a:pt x="18046" y="318"/>
                  </a:cubicBezTo>
                  <a:cubicBezTo>
                    <a:pt x="17428" y="184"/>
                    <a:pt x="16960" y="134"/>
                    <a:pt x="16960" y="134"/>
                  </a:cubicBezTo>
                  <a:cubicBezTo>
                    <a:pt x="16793" y="134"/>
                    <a:pt x="11379" y="0"/>
                    <a:pt x="8739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384;p52"/>
            <p:cNvSpPr/>
            <p:nvPr/>
          </p:nvSpPr>
          <p:spPr>
            <a:xfrm>
              <a:off x="4946418" y="2631718"/>
              <a:ext cx="158007" cy="181339"/>
            </a:xfrm>
            <a:custGeom>
              <a:avLst/>
              <a:gdLst/>
              <a:ahLst/>
              <a:cxnLst/>
              <a:rect l="l" t="t" r="r" b="b"/>
              <a:pathLst>
                <a:path w="4930" h="5658" extrusionOk="0">
                  <a:moveTo>
                    <a:pt x="4929" y="1"/>
                  </a:moveTo>
                  <a:lnTo>
                    <a:pt x="117" y="118"/>
                  </a:lnTo>
                  <a:cubicBezTo>
                    <a:pt x="101" y="201"/>
                    <a:pt x="0" y="3610"/>
                    <a:pt x="167" y="4445"/>
                  </a:cubicBezTo>
                  <a:cubicBezTo>
                    <a:pt x="288" y="5046"/>
                    <a:pt x="1229" y="5657"/>
                    <a:pt x="2387" y="5657"/>
                  </a:cubicBezTo>
                  <a:cubicBezTo>
                    <a:pt x="2678" y="5657"/>
                    <a:pt x="2983" y="5618"/>
                    <a:pt x="3292" y="5531"/>
                  </a:cubicBezTo>
                  <a:cubicBezTo>
                    <a:pt x="4812" y="5097"/>
                    <a:pt x="4929" y="3944"/>
                    <a:pt x="4929" y="3944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385;p52"/>
            <p:cNvSpPr/>
            <p:nvPr/>
          </p:nvSpPr>
          <p:spPr>
            <a:xfrm>
              <a:off x="5312172" y="2631718"/>
              <a:ext cx="158007" cy="181339"/>
            </a:xfrm>
            <a:custGeom>
              <a:avLst/>
              <a:gdLst/>
              <a:ahLst/>
              <a:cxnLst/>
              <a:rect l="l" t="t" r="r" b="b"/>
              <a:pathLst>
                <a:path w="4930" h="5658" extrusionOk="0">
                  <a:moveTo>
                    <a:pt x="4929" y="1"/>
                  </a:moveTo>
                  <a:lnTo>
                    <a:pt x="101" y="118"/>
                  </a:lnTo>
                  <a:cubicBezTo>
                    <a:pt x="84" y="201"/>
                    <a:pt x="0" y="3610"/>
                    <a:pt x="167" y="4445"/>
                  </a:cubicBezTo>
                  <a:cubicBezTo>
                    <a:pt x="288" y="5046"/>
                    <a:pt x="1229" y="5657"/>
                    <a:pt x="2378" y="5657"/>
                  </a:cubicBezTo>
                  <a:cubicBezTo>
                    <a:pt x="2667" y="5657"/>
                    <a:pt x="2969" y="5618"/>
                    <a:pt x="3275" y="5531"/>
                  </a:cubicBezTo>
                  <a:cubicBezTo>
                    <a:pt x="4812" y="5097"/>
                    <a:pt x="4929" y="3944"/>
                    <a:pt x="4929" y="3944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386;p52"/>
            <p:cNvSpPr/>
            <p:nvPr/>
          </p:nvSpPr>
          <p:spPr>
            <a:xfrm>
              <a:off x="5026735" y="1823641"/>
              <a:ext cx="329923" cy="234574"/>
            </a:xfrm>
            <a:custGeom>
              <a:avLst/>
              <a:gdLst/>
              <a:ahLst/>
              <a:cxnLst/>
              <a:rect l="l" t="t" r="r" b="b"/>
              <a:pathLst>
                <a:path w="10294" h="7319" extrusionOk="0">
                  <a:moveTo>
                    <a:pt x="986" y="0"/>
                  </a:moveTo>
                  <a:cubicBezTo>
                    <a:pt x="669" y="84"/>
                    <a:pt x="335" y="151"/>
                    <a:pt x="1" y="201"/>
                  </a:cubicBezTo>
                  <a:cubicBezTo>
                    <a:pt x="1387" y="3041"/>
                    <a:pt x="5080" y="7085"/>
                    <a:pt x="7152" y="7319"/>
                  </a:cubicBezTo>
                  <a:cubicBezTo>
                    <a:pt x="8438" y="6767"/>
                    <a:pt x="9708" y="2473"/>
                    <a:pt x="10293" y="301"/>
                  </a:cubicBezTo>
                  <a:cubicBezTo>
                    <a:pt x="9675" y="184"/>
                    <a:pt x="9207" y="134"/>
                    <a:pt x="9207" y="134"/>
                  </a:cubicBezTo>
                  <a:cubicBezTo>
                    <a:pt x="9040" y="134"/>
                    <a:pt x="3626" y="0"/>
                    <a:pt x="98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387;p52"/>
            <p:cNvSpPr/>
            <p:nvPr/>
          </p:nvSpPr>
          <p:spPr>
            <a:xfrm>
              <a:off x="4483199" y="2977121"/>
              <a:ext cx="175538" cy="319122"/>
            </a:xfrm>
            <a:custGeom>
              <a:avLst/>
              <a:gdLst/>
              <a:ahLst/>
              <a:cxnLst/>
              <a:rect l="l" t="t" r="r" b="b"/>
              <a:pathLst>
                <a:path w="5477" h="9957" extrusionOk="0">
                  <a:moveTo>
                    <a:pt x="752" y="1"/>
                  </a:moveTo>
                  <a:lnTo>
                    <a:pt x="468" y="4679"/>
                  </a:lnTo>
                  <a:cubicBezTo>
                    <a:pt x="0" y="5899"/>
                    <a:pt x="518" y="9007"/>
                    <a:pt x="736" y="9207"/>
                  </a:cubicBezTo>
                  <a:cubicBezTo>
                    <a:pt x="757" y="9225"/>
                    <a:pt x="776" y="9234"/>
                    <a:pt x="794" y="9234"/>
                  </a:cubicBezTo>
                  <a:cubicBezTo>
                    <a:pt x="1139" y="9234"/>
                    <a:pt x="903" y="6081"/>
                    <a:pt x="1112" y="6081"/>
                  </a:cubicBezTo>
                  <a:cubicBezTo>
                    <a:pt x="1115" y="6081"/>
                    <a:pt x="1117" y="6082"/>
                    <a:pt x="1120" y="6083"/>
                  </a:cubicBezTo>
                  <a:cubicBezTo>
                    <a:pt x="1335" y="6149"/>
                    <a:pt x="1042" y="9642"/>
                    <a:pt x="1491" y="9642"/>
                  </a:cubicBezTo>
                  <a:cubicBezTo>
                    <a:pt x="1496" y="9642"/>
                    <a:pt x="1500" y="9642"/>
                    <a:pt x="1504" y="9641"/>
                  </a:cubicBezTo>
                  <a:cubicBezTo>
                    <a:pt x="1966" y="9575"/>
                    <a:pt x="1858" y="6231"/>
                    <a:pt x="2048" y="6231"/>
                  </a:cubicBezTo>
                  <a:cubicBezTo>
                    <a:pt x="2051" y="6231"/>
                    <a:pt x="2053" y="6232"/>
                    <a:pt x="2056" y="6233"/>
                  </a:cubicBezTo>
                  <a:cubicBezTo>
                    <a:pt x="2256" y="6316"/>
                    <a:pt x="2022" y="9040"/>
                    <a:pt x="2106" y="9458"/>
                  </a:cubicBezTo>
                  <a:cubicBezTo>
                    <a:pt x="2173" y="9737"/>
                    <a:pt x="2262" y="9956"/>
                    <a:pt x="2399" y="9956"/>
                  </a:cubicBezTo>
                  <a:cubicBezTo>
                    <a:pt x="2467" y="9956"/>
                    <a:pt x="2546" y="9902"/>
                    <a:pt x="2640" y="9775"/>
                  </a:cubicBezTo>
                  <a:cubicBezTo>
                    <a:pt x="2924" y="9374"/>
                    <a:pt x="2791" y="6400"/>
                    <a:pt x="3025" y="6350"/>
                  </a:cubicBezTo>
                  <a:cubicBezTo>
                    <a:pt x="3026" y="6350"/>
                    <a:pt x="3028" y="6349"/>
                    <a:pt x="3029" y="6349"/>
                  </a:cubicBezTo>
                  <a:cubicBezTo>
                    <a:pt x="3227" y="6349"/>
                    <a:pt x="2815" y="9526"/>
                    <a:pt x="3292" y="9526"/>
                  </a:cubicBezTo>
                  <a:cubicBezTo>
                    <a:pt x="3313" y="9526"/>
                    <a:pt x="3335" y="9520"/>
                    <a:pt x="3359" y="9508"/>
                  </a:cubicBezTo>
                  <a:cubicBezTo>
                    <a:pt x="3827" y="9274"/>
                    <a:pt x="4127" y="5147"/>
                    <a:pt x="4127" y="5147"/>
                  </a:cubicBezTo>
                  <a:lnTo>
                    <a:pt x="4445" y="5915"/>
                  </a:lnTo>
                  <a:cubicBezTo>
                    <a:pt x="4445" y="5915"/>
                    <a:pt x="4445" y="7603"/>
                    <a:pt x="4846" y="7753"/>
                  </a:cubicBezTo>
                  <a:cubicBezTo>
                    <a:pt x="4864" y="7761"/>
                    <a:pt x="4882" y="7765"/>
                    <a:pt x="4900" y="7765"/>
                  </a:cubicBezTo>
                  <a:cubicBezTo>
                    <a:pt x="5268" y="7765"/>
                    <a:pt x="5477" y="6179"/>
                    <a:pt x="5397" y="5765"/>
                  </a:cubicBezTo>
                  <a:cubicBezTo>
                    <a:pt x="5297" y="5331"/>
                    <a:pt x="5063" y="4044"/>
                    <a:pt x="4061" y="3392"/>
                  </a:cubicBezTo>
                  <a:lnTo>
                    <a:pt x="4729" y="1"/>
                  </a:ln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388;p52"/>
            <p:cNvSpPr/>
            <p:nvPr/>
          </p:nvSpPr>
          <p:spPr>
            <a:xfrm>
              <a:off x="4454803" y="1875819"/>
              <a:ext cx="564465" cy="1160787"/>
            </a:xfrm>
            <a:custGeom>
              <a:avLst/>
              <a:gdLst/>
              <a:ahLst/>
              <a:cxnLst/>
              <a:rect l="l" t="t" r="r" b="b"/>
              <a:pathLst>
                <a:path w="17612" h="36218" extrusionOk="0">
                  <a:moveTo>
                    <a:pt x="13359" y="1"/>
                  </a:moveTo>
                  <a:cubicBezTo>
                    <a:pt x="10084" y="1"/>
                    <a:pt x="1970" y="14142"/>
                    <a:pt x="1003" y="18122"/>
                  </a:cubicBezTo>
                  <a:cubicBezTo>
                    <a:pt x="1" y="22249"/>
                    <a:pt x="1" y="36217"/>
                    <a:pt x="1" y="36217"/>
                  </a:cubicBezTo>
                  <a:lnTo>
                    <a:pt x="7052" y="36217"/>
                  </a:lnTo>
                  <a:lnTo>
                    <a:pt x="9775" y="19659"/>
                  </a:lnTo>
                  <a:cubicBezTo>
                    <a:pt x="9775" y="19659"/>
                    <a:pt x="15607" y="10319"/>
                    <a:pt x="16609" y="6760"/>
                  </a:cubicBezTo>
                  <a:cubicBezTo>
                    <a:pt x="17612" y="3185"/>
                    <a:pt x="16342" y="1046"/>
                    <a:pt x="13702" y="60"/>
                  </a:cubicBezTo>
                  <a:cubicBezTo>
                    <a:pt x="13595" y="20"/>
                    <a:pt x="13480" y="1"/>
                    <a:pt x="13359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389;p52"/>
            <p:cNvSpPr/>
            <p:nvPr/>
          </p:nvSpPr>
          <p:spPr>
            <a:xfrm>
              <a:off x="5689177" y="1380069"/>
              <a:ext cx="152109" cy="272233"/>
            </a:xfrm>
            <a:custGeom>
              <a:avLst/>
              <a:gdLst/>
              <a:ahLst/>
              <a:cxnLst/>
              <a:rect l="l" t="t" r="r" b="b"/>
              <a:pathLst>
                <a:path w="4746" h="8494" extrusionOk="0">
                  <a:moveTo>
                    <a:pt x="2008" y="1"/>
                  </a:moveTo>
                  <a:cubicBezTo>
                    <a:pt x="1870" y="1"/>
                    <a:pt x="1738" y="94"/>
                    <a:pt x="1704" y="240"/>
                  </a:cubicBezTo>
                  <a:cubicBezTo>
                    <a:pt x="1337" y="1643"/>
                    <a:pt x="234" y="5353"/>
                    <a:pt x="334" y="5386"/>
                  </a:cubicBezTo>
                  <a:cubicBezTo>
                    <a:pt x="334" y="5386"/>
                    <a:pt x="0" y="6138"/>
                    <a:pt x="1103" y="7491"/>
                  </a:cubicBezTo>
                  <a:cubicBezTo>
                    <a:pt x="1489" y="7957"/>
                    <a:pt x="2255" y="8493"/>
                    <a:pt x="3016" y="8493"/>
                  </a:cubicBezTo>
                  <a:cubicBezTo>
                    <a:pt x="3373" y="8493"/>
                    <a:pt x="3729" y="8375"/>
                    <a:pt x="4044" y="8076"/>
                  </a:cubicBezTo>
                  <a:cubicBezTo>
                    <a:pt x="4745" y="7424"/>
                    <a:pt x="4562" y="5837"/>
                    <a:pt x="4127" y="4851"/>
                  </a:cubicBezTo>
                  <a:cubicBezTo>
                    <a:pt x="3960" y="4434"/>
                    <a:pt x="3175" y="3849"/>
                    <a:pt x="2757" y="3665"/>
                  </a:cubicBezTo>
                  <a:cubicBezTo>
                    <a:pt x="2735" y="3654"/>
                    <a:pt x="2703" y="3650"/>
                    <a:pt x="2664" y="3650"/>
                  </a:cubicBezTo>
                  <a:cubicBezTo>
                    <a:pt x="2570" y="3650"/>
                    <a:pt x="2440" y="3672"/>
                    <a:pt x="2332" y="3672"/>
                  </a:cubicBezTo>
                  <a:cubicBezTo>
                    <a:pt x="2275" y="3672"/>
                    <a:pt x="2225" y="3666"/>
                    <a:pt x="2189" y="3648"/>
                  </a:cubicBezTo>
                  <a:cubicBezTo>
                    <a:pt x="2222" y="3314"/>
                    <a:pt x="2423" y="1944"/>
                    <a:pt x="2523" y="1276"/>
                  </a:cubicBezTo>
                  <a:cubicBezTo>
                    <a:pt x="2590" y="858"/>
                    <a:pt x="2540" y="340"/>
                    <a:pt x="2206" y="73"/>
                  </a:cubicBezTo>
                  <a:cubicBezTo>
                    <a:pt x="2145" y="23"/>
                    <a:pt x="2076" y="1"/>
                    <a:pt x="2008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390;p52"/>
            <p:cNvSpPr/>
            <p:nvPr/>
          </p:nvSpPr>
          <p:spPr>
            <a:xfrm>
              <a:off x="5765199" y="1605156"/>
              <a:ext cx="39678" cy="59998"/>
            </a:xfrm>
            <a:custGeom>
              <a:avLst/>
              <a:gdLst/>
              <a:ahLst/>
              <a:cxnLst/>
              <a:rect l="l" t="t" r="r" b="b"/>
              <a:pathLst>
                <a:path w="1238" h="1872" extrusionOk="0">
                  <a:moveTo>
                    <a:pt x="251" y="0"/>
                  </a:moveTo>
                  <a:lnTo>
                    <a:pt x="1" y="1855"/>
                  </a:lnTo>
                  <a:lnTo>
                    <a:pt x="1237" y="1872"/>
                  </a:lnTo>
                  <a:lnTo>
                    <a:pt x="1204" y="101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391;p52"/>
            <p:cNvSpPr/>
            <p:nvPr/>
          </p:nvSpPr>
          <p:spPr>
            <a:xfrm>
              <a:off x="5730393" y="1510417"/>
              <a:ext cx="129867" cy="119643"/>
            </a:xfrm>
            <a:custGeom>
              <a:avLst/>
              <a:gdLst/>
              <a:ahLst/>
              <a:cxnLst/>
              <a:rect l="l" t="t" r="r" b="b"/>
              <a:pathLst>
                <a:path w="4052" h="3733" extrusionOk="0">
                  <a:moveTo>
                    <a:pt x="2072" y="0"/>
                  </a:moveTo>
                  <a:cubicBezTo>
                    <a:pt x="1564" y="0"/>
                    <a:pt x="1050" y="208"/>
                    <a:pt x="669" y="667"/>
                  </a:cubicBezTo>
                  <a:cubicBezTo>
                    <a:pt x="1" y="1453"/>
                    <a:pt x="101" y="2622"/>
                    <a:pt x="886" y="3291"/>
                  </a:cubicBezTo>
                  <a:cubicBezTo>
                    <a:pt x="1250" y="3597"/>
                    <a:pt x="1668" y="3733"/>
                    <a:pt x="2076" y="3733"/>
                  </a:cubicBezTo>
                  <a:cubicBezTo>
                    <a:pt x="3094" y="3733"/>
                    <a:pt x="4051" y="2884"/>
                    <a:pt x="3944" y="1703"/>
                  </a:cubicBezTo>
                  <a:cubicBezTo>
                    <a:pt x="3848" y="647"/>
                    <a:pt x="2969" y="0"/>
                    <a:pt x="2072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392;p52"/>
            <p:cNvSpPr/>
            <p:nvPr/>
          </p:nvSpPr>
          <p:spPr>
            <a:xfrm>
              <a:off x="5765744" y="1539871"/>
              <a:ext cx="69645" cy="62850"/>
            </a:xfrm>
            <a:custGeom>
              <a:avLst/>
              <a:gdLst/>
              <a:ahLst/>
              <a:cxnLst/>
              <a:rect l="l" t="t" r="r" b="b"/>
              <a:pathLst>
                <a:path w="2173" h="1961" extrusionOk="0">
                  <a:moveTo>
                    <a:pt x="1100" y="1"/>
                  </a:moveTo>
                  <a:cubicBezTo>
                    <a:pt x="911" y="1"/>
                    <a:pt x="716" y="57"/>
                    <a:pt x="535" y="183"/>
                  </a:cubicBezTo>
                  <a:cubicBezTo>
                    <a:pt x="101" y="500"/>
                    <a:pt x="0" y="1102"/>
                    <a:pt x="301" y="1553"/>
                  </a:cubicBezTo>
                  <a:cubicBezTo>
                    <a:pt x="500" y="1832"/>
                    <a:pt x="797" y="1960"/>
                    <a:pt x="1092" y="1960"/>
                  </a:cubicBezTo>
                  <a:cubicBezTo>
                    <a:pt x="1539" y="1960"/>
                    <a:pt x="1982" y="1665"/>
                    <a:pt x="2072" y="1152"/>
                  </a:cubicBezTo>
                  <a:cubicBezTo>
                    <a:pt x="2172" y="501"/>
                    <a:pt x="1664" y="1"/>
                    <a:pt x="1100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393;p52"/>
            <p:cNvSpPr/>
            <p:nvPr/>
          </p:nvSpPr>
          <p:spPr>
            <a:xfrm>
              <a:off x="5678985" y="1527499"/>
              <a:ext cx="112880" cy="102624"/>
            </a:xfrm>
            <a:custGeom>
              <a:avLst/>
              <a:gdLst/>
              <a:ahLst/>
              <a:cxnLst/>
              <a:rect l="l" t="t" r="r" b="b"/>
              <a:pathLst>
                <a:path w="3522" h="3202" extrusionOk="0">
                  <a:moveTo>
                    <a:pt x="786" y="1"/>
                  </a:moveTo>
                  <a:lnTo>
                    <a:pt x="786" y="1"/>
                  </a:lnTo>
                  <a:cubicBezTo>
                    <a:pt x="1" y="2156"/>
                    <a:pt x="736" y="3008"/>
                    <a:pt x="1354" y="3192"/>
                  </a:cubicBezTo>
                  <a:cubicBezTo>
                    <a:pt x="1378" y="3199"/>
                    <a:pt x="1403" y="3202"/>
                    <a:pt x="1431" y="3202"/>
                  </a:cubicBezTo>
                  <a:cubicBezTo>
                    <a:pt x="1947" y="3202"/>
                    <a:pt x="3104" y="2057"/>
                    <a:pt x="3326" y="1772"/>
                  </a:cubicBezTo>
                  <a:cubicBezTo>
                    <a:pt x="3521" y="1520"/>
                    <a:pt x="3425" y="1351"/>
                    <a:pt x="3134" y="1351"/>
                  </a:cubicBezTo>
                  <a:cubicBezTo>
                    <a:pt x="3077" y="1351"/>
                    <a:pt x="3013" y="1357"/>
                    <a:pt x="2941" y="1371"/>
                  </a:cubicBezTo>
                  <a:cubicBezTo>
                    <a:pt x="2507" y="1454"/>
                    <a:pt x="1788" y="1989"/>
                    <a:pt x="1788" y="1989"/>
                  </a:cubicBezTo>
                  <a:cubicBezTo>
                    <a:pt x="1788" y="1989"/>
                    <a:pt x="1454" y="1237"/>
                    <a:pt x="786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394;p52"/>
            <p:cNvSpPr/>
            <p:nvPr/>
          </p:nvSpPr>
          <p:spPr>
            <a:xfrm>
              <a:off x="5748085" y="1462053"/>
              <a:ext cx="123713" cy="91919"/>
            </a:xfrm>
            <a:custGeom>
              <a:avLst/>
              <a:gdLst/>
              <a:ahLst/>
              <a:cxnLst/>
              <a:rect l="l" t="t" r="r" b="b"/>
              <a:pathLst>
                <a:path w="3860" h="2868" extrusionOk="0">
                  <a:moveTo>
                    <a:pt x="1604" y="0"/>
                  </a:moveTo>
                  <a:cubicBezTo>
                    <a:pt x="1316" y="0"/>
                    <a:pt x="1134" y="402"/>
                    <a:pt x="1086" y="639"/>
                  </a:cubicBezTo>
                  <a:cubicBezTo>
                    <a:pt x="1028" y="628"/>
                    <a:pt x="970" y="623"/>
                    <a:pt x="912" y="623"/>
                  </a:cubicBezTo>
                  <a:cubicBezTo>
                    <a:pt x="706" y="623"/>
                    <a:pt x="508" y="692"/>
                    <a:pt x="351" y="823"/>
                  </a:cubicBezTo>
                  <a:cubicBezTo>
                    <a:pt x="0" y="1241"/>
                    <a:pt x="434" y="1592"/>
                    <a:pt x="434" y="1592"/>
                  </a:cubicBezTo>
                  <a:cubicBezTo>
                    <a:pt x="434" y="1592"/>
                    <a:pt x="836" y="1725"/>
                    <a:pt x="1019" y="1775"/>
                  </a:cubicBezTo>
                  <a:cubicBezTo>
                    <a:pt x="1203" y="1842"/>
                    <a:pt x="2022" y="2477"/>
                    <a:pt x="2122" y="2477"/>
                  </a:cubicBezTo>
                  <a:cubicBezTo>
                    <a:pt x="2144" y="2481"/>
                    <a:pt x="2167" y="2482"/>
                    <a:pt x="2189" y="2482"/>
                  </a:cubicBezTo>
                  <a:cubicBezTo>
                    <a:pt x="2379" y="2482"/>
                    <a:pt x="2543" y="2356"/>
                    <a:pt x="2573" y="2176"/>
                  </a:cubicBezTo>
                  <a:cubicBezTo>
                    <a:pt x="2577" y="2177"/>
                    <a:pt x="2582" y="2178"/>
                    <a:pt x="2587" y="2178"/>
                  </a:cubicBezTo>
                  <a:cubicBezTo>
                    <a:pt x="2669" y="2178"/>
                    <a:pt x="2891" y="2059"/>
                    <a:pt x="2891" y="2059"/>
                  </a:cubicBezTo>
                  <a:cubicBezTo>
                    <a:pt x="2891" y="2059"/>
                    <a:pt x="2924" y="2611"/>
                    <a:pt x="3041" y="2728"/>
                  </a:cubicBezTo>
                  <a:cubicBezTo>
                    <a:pt x="3115" y="2793"/>
                    <a:pt x="3189" y="2868"/>
                    <a:pt x="3289" y="2868"/>
                  </a:cubicBezTo>
                  <a:cubicBezTo>
                    <a:pt x="3369" y="2868"/>
                    <a:pt x="3466" y="2819"/>
                    <a:pt x="3592" y="2678"/>
                  </a:cubicBezTo>
                  <a:cubicBezTo>
                    <a:pt x="3860" y="2360"/>
                    <a:pt x="3726" y="1408"/>
                    <a:pt x="3509" y="1090"/>
                  </a:cubicBezTo>
                  <a:cubicBezTo>
                    <a:pt x="3292" y="790"/>
                    <a:pt x="3225" y="706"/>
                    <a:pt x="2673" y="706"/>
                  </a:cubicBezTo>
                  <a:cubicBezTo>
                    <a:pt x="2289" y="255"/>
                    <a:pt x="1955" y="54"/>
                    <a:pt x="1654" y="4"/>
                  </a:cubicBezTo>
                  <a:cubicBezTo>
                    <a:pt x="1637" y="2"/>
                    <a:pt x="1620" y="0"/>
                    <a:pt x="1604" y="0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395;p52"/>
            <p:cNvSpPr/>
            <p:nvPr/>
          </p:nvSpPr>
          <p:spPr>
            <a:xfrm>
              <a:off x="5028883" y="1763131"/>
              <a:ext cx="341685" cy="335051"/>
            </a:xfrm>
            <a:custGeom>
              <a:avLst/>
              <a:gdLst/>
              <a:ahLst/>
              <a:cxnLst/>
              <a:rect l="l" t="t" r="r" b="b"/>
              <a:pathLst>
                <a:path w="10661" h="10454" extrusionOk="0">
                  <a:moveTo>
                    <a:pt x="2189" y="0"/>
                  </a:moveTo>
                  <a:cubicBezTo>
                    <a:pt x="1955" y="0"/>
                    <a:pt x="1721" y="51"/>
                    <a:pt x="1504" y="134"/>
                  </a:cubicBezTo>
                  <a:cubicBezTo>
                    <a:pt x="602" y="502"/>
                    <a:pt x="151" y="1454"/>
                    <a:pt x="67" y="2356"/>
                  </a:cubicBezTo>
                  <a:cubicBezTo>
                    <a:pt x="0" y="3292"/>
                    <a:pt x="134" y="4211"/>
                    <a:pt x="435" y="5097"/>
                  </a:cubicBezTo>
                  <a:cubicBezTo>
                    <a:pt x="986" y="6734"/>
                    <a:pt x="2039" y="8171"/>
                    <a:pt x="3442" y="9190"/>
                  </a:cubicBezTo>
                  <a:cubicBezTo>
                    <a:pt x="4399" y="9885"/>
                    <a:pt x="5665" y="10454"/>
                    <a:pt x="6890" y="10454"/>
                  </a:cubicBezTo>
                  <a:cubicBezTo>
                    <a:pt x="7548" y="10454"/>
                    <a:pt x="8194" y="10289"/>
                    <a:pt x="8772" y="9892"/>
                  </a:cubicBezTo>
                  <a:cubicBezTo>
                    <a:pt x="9508" y="9357"/>
                    <a:pt x="10042" y="8605"/>
                    <a:pt x="10293" y="7753"/>
                  </a:cubicBezTo>
                  <a:cubicBezTo>
                    <a:pt x="10627" y="6717"/>
                    <a:pt x="10661" y="5614"/>
                    <a:pt x="10627" y="4545"/>
                  </a:cubicBezTo>
                  <a:cubicBezTo>
                    <a:pt x="10610" y="3526"/>
                    <a:pt x="10544" y="2440"/>
                    <a:pt x="10026" y="1538"/>
                  </a:cubicBezTo>
                  <a:cubicBezTo>
                    <a:pt x="9580" y="762"/>
                    <a:pt x="8776" y="100"/>
                    <a:pt x="7838" y="100"/>
                  </a:cubicBezTo>
                  <a:cubicBezTo>
                    <a:pt x="7827" y="100"/>
                    <a:pt x="7815" y="100"/>
                    <a:pt x="7803" y="101"/>
                  </a:cubicBezTo>
                  <a:cubicBezTo>
                    <a:pt x="7519" y="101"/>
                    <a:pt x="7469" y="518"/>
                    <a:pt x="7770" y="552"/>
                  </a:cubicBezTo>
                  <a:cubicBezTo>
                    <a:pt x="7954" y="552"/>
                    <a:pt x="8121" y="585"/>
                    <a:pt x="8288" y="652"/>
                  </a:cubicBezTo>
                  <a:cubicBezTo>
                    <a:pt x="9040" y="886"/>
                    <a:pt x="9574" y="1571"/>
                    <a:pt x="9825" y="2289"/>
                  </a:cubicBezTo>
                  <a:cubicBezTo>
                    <a:pt x="10159" y="3208"/>
                    <a:pt x="10143" y="4228"/>
                    <a:pt x="10143" y="5180"/>
                  </a:cubicBezTo>
                  <a:cubicBezTo>
                    <a:pt x="10126" y="6116"/>
                    <a:pt x="10059" y="7102"/>
                    <a:pt x="9658" y="7987"/>
                  </a:cubicBezTo>
                  <a:cubicBezTo>
                    <a:pt x="9357" y="8689"/>
                    <a:pt x="8839" y="9357"/>
                    <a:pt x="8104" y="9691"/>
                  </a:cubicBezTo>
                  <a:cubicBezTo>
                    <a:pt x="7717" y="9869"/>
                    <a:pt x="7305" y="9943"/>
                    <a:pt x="6890" y="9943"/>
                  </a:cubicBezTo>
                  <a:cubicBezTo>
                    <a:pt x="6408" y="9943"/>
                    <a:pt x="5922" y="9844"/>
                    <a:pt x="5464" y="9691"/>
                  </a:cubicBezTo>
                  <a:cubicBezTo>
                    <a:pt x="4696" y="9424"/>
                    <a:pt x="3977" y="9006"/>
                    <a:pt x="3342" y="8488"/>
                  </a:cubicBezTo>
                  <a:cubicBezTo>
                    <a:pt x="2122" y="7486"/>
                    <a:pt x="1237" y="6132"/>
                    <a:pt x="819" y="4612"/>
                  </a:cubicBezTo>
                  <a:cubicBezTo>
                    <a:pt x="585" y="3793"/>
                    <a:pt x="452" y="2858"/>
                    <a:pt x="635" y="2022"/>
                  </a:cubicBezTo>
                  <a:cubicBezTo>
                    <a:pt x="819" y="1270"/>
                    <a:pt x="1387" y="518"/>
                    <a:pt x="2223" y="518"/>
                  </a:cubicBezTo>
                  <a:cubicBezTo>
                    <a:pt x="2557" y="518"/>
                    <a:pt x="2523" y="0"/>
                    <a:pt x="2189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396;p52"/>
            <p:cNvSpPr/>
            <p:nvPr/>
          </p:nvSpPr>
          <p:spPr>
            <a:xfrm>
              <a:off x="5083496" y="1747202"/>
              <a:ext cx="47658" cy="36505"/>
            </a:xfrm>
            <a:custGeom>
              <a:avLst/>
              <a:gdLst/>
              <a:ahLst/>
              <a:cxnLst/>
              <a:rect l="l" t="t" r="r" b="b"/>
              <a:pathLst>
                <a:path w="1487" h="1139" extrusionOk="0">
                  <a:moveTo>
                    <a:pt x="667" y="0"/>
                  </a:moveTo>
                  <a:cubicBezTo>
                    <a:pt x="636" y="0"/>
                    <a:pt x="602" y="5"/>
                    <a:pt x="569" y="13"/>
                  </a:cubicBezTo>
                  <a:cubicBezTo>
                    <a:pt x="385" y="46"/>
                    <a:pt x="235" y="147"/>
                    <a:pt x="134" y="314"/>
                  </a:cubicBezTo>
                  <a:cubicBezTo>
                    <a:pt x="17" y="497"/>
                    <a:pt x="1" y="748"/>
                    <a:pt x="134" y="949"/>
                  </a:cubicBezTo>
                  <a:cubicBezTo>
                    <a:pt x="218" y="1083"/>
                    <a:pt x="336" y="1139"/>
                    <a:pt x="463" y="1139"/>
                  </a:cubicBezTo>
                  <a:cubicBezTo>
                    <a:pt x="918" y="1139"/>
                    <a:pt x="1487" y="427"/>
                    <a:pt x="1003" y="113"/>
                  </a:cubicBezTo>
                  <a:cubicBezTo>
                    <a:pt x="953" y="80"/>
                    <a:pt x="903" y="46"/>
                    <a:pt x="853" y="30"/>
                  </a:cubicBezTo>
                  <a:cubicBezTo>
                    <a:pt x="819" y="13"/>
                    <a:pt x="786" y="13"/>
                    <a:pt x="753" y="13"/>
                  </a:cubicBezTo>
                  <a:cubicBezTo>
                    <a:pt x="728" y="5"/>
                    <a:pt x="698" y="0"/>
                    <a:pt x="667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397;p52"/>
            <p:cNvSpPr/>
            <p:nvPr/>
          </p:nvSpPr>
          <p:spPr>
            <a:xfrm>
              <a:off x="5257014" y="1755407"/>
              <a:ext cx="47626" cy="36569"/>
            </a:xfrm>
            <a:custGeom>
              <a:avLst/>
              <a:gdLst/>
              <a:ahLst/>
              <a:cxnLst/>
              <a:rect l="l" t="t" r="r" b="b"/>
              <a:pathLst>
                <a:path w="1486" h="1141" extrusionOk="0">
                  <a:moveTo>
                    <a:pt x="690" y="0"/>
                  </a:moveTo>
                  <a:cubicBezTo>
                    <a:pt x="650" y="0"/>
                    <a:pt x="613" y="7"/>
                    <a:pt x="568" y="7"/>
                  </a:cubicBezTo>
                  <a:cubicBezTo>
                    <a:pt x="385" y="41"/>
                    <a:pt x="234" y="141"/>
                    <a:pt x="134" y="308"/>
                  </a:cubicBezTo>
                  <a:cubicBezTo>
                    <a:pt x="0" y="492"/>
                    <a:pt x="0" y="743"/>
                    <a:pt x="134" y="943"/>
                  </a:cubicBezTo>
                  <a:cubicBezTo>
                    <a:pt x="215" y="1083"/>
                    <a:pt x="332" y="1140"/>
                    <a:pt x="459" y="1140"/>
                  </a:cubicBezTo>
                  <a:cubicBezTo>
                    <a:pt x="910" y="1140"/>
                    <a:pt x="1485" y="421"/>
                    <a:pt x="1003" y="108"/>
                  </a:cubicBezTo>
                  <a:cubicBezTo>
                    <a:pt x="953" y="74"/>
                    <a:pt x="903" y="41"/>
                    <a:pt x="836" y="24"/>
                  </a:cubicBezTo>
                  <a:cubicBezTo>
                    <a:pt x="819" y="7"/>
                    <a:pt x="786" y="7"/>
                    <a:pt x="752" y="7"/>
                  </a:cubicBezTo>
                  <a:cubicBezTo>
                    <a:pt x="730" y="2"/>
                    <a:pt x="709" y="0"/>
                    <a:pt x="69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398;p52"/>
            <p:cNvSpPr/>
            <p:nvPr/>
          </p:nvSpPr>
          <p:spPr>
            <a:xfrm>
              <a:off x="5165960" y="2049401"/>
              <a:ext cx="169801" cy="56248"/>
            </a:xfrm>
            <a:custGeom>
              <a:avLst/>
              <a:gdLst/>
              <a:ahLst/>
              <a:cxnLst/>
              <a:rect l="l" t="t" r="r" b="b"/>
              <a:pathLst>
                <a:path w="5298" h="1755" extrusionOk="0">
                  <a:moveTo>
                    <a:pt x="4681" y="0"/>
                  </a:moveTo>
                  <a:cubicBezTo>
                    <a:pt x="4588" y="0"/>
                    <a:pt x="4495" y="24"/>
                    <a:pt x="4412" y="74"/>
                  </a:cubicBezTo>
                  <a:cubicBezTo>
                    <a:pt x="4145" y="241"/>
                    <a:pt x="3861" y="375"/>
                    <a:pt x="3560" y="459"/>
                  </a:cubicBezTo>
                  <a:cubicBezTo>
                    <a:pt x="3393" y="509"/>
                    <a:pt x="3226" y="542"/>
                    <a:pt x="3059" y="576"/>
                  </a:cubicBezTo>
                  <a:cubicBezTo>
                    <a:pt x="2975" y="592"/>
                    <a:pt x="2891" y="609"/>
                    <a:pt x="2825" y="609"/>
                  </a:cubicBezTo>
                  <a:cubicBezTo>
                    <a:pt x="2791" y="609"/>
                    <a:pt x="2741" y="626"/>
                    <a:pt x="2708" y="626"/>
                  </a:cubicBezTo>
                  <a:lnTo>
                    <a:pt x="2674" y="626"/>
                  </a:lnTo>
                  <a:cubicBezTo>
                    <a:pt x="2591" y="634"/>
                    <a:pt x="2507" y="638"/>
                    <a:pt x="2424" y="638"/>
                  </a:cubicBezTo>
                  <a:cubicBezTo>
                    <a:pt x="2340" y="638"/>
                    <a:pt x="2257" y="634"/>
                    <a:pt x="2173" y="626"/>
                  </a:cubicBezTo>
                  <a:cubicBezTo>
                    <a:pt x="2106" y="609"/>
                    <a:pt x="2023" y="609"/>
                    <a:pt x="1939" y="592"/>
                  </a:cubicBezTo>
                  <a:cubicBezTo>
                    <a:pt x="1906" y="592"/>
                    <a:pt x="1856" y="592"/>
                    <a:pt x="1805" y="576"/>
                  </a:cubicBezTo>
                  <a:lnTo>
                    <a:pt x="1789" y="576"/>
                  </a:lnTo>
                  <a:cubicBezTo>
                    <a:pt x="1622" y="542"/>
                    <a:pt x="1455" y="492"/>
                    <a:pt x="1304" y="442"/>
                  </a:cubicBezTo>
                  <a:cubicBezTo>
                    <a:pt x="1221" y="425"/>
                    <a:pt x="1154" y="392"/>
                    <a:pt x="1070" y="358"/>
                  </a:cubicBezTo>
                  <a:cubicBezTo>
                    <a:pt x="1037" y="342"/>
                    <a:pt x="987" y="325"/>
                    <a:pt x="953" y="308"/>
                  </a:cubicBezTo>
                  <a:lnTo>
                    <a:pt x="953" y="308"/>
                  </a:lnTo>
                  <a:cubicBezTo>
                    <a:pt x="953" y="308"/>
                    <a:pt x="970" y="325"/>
                    <a:pt x="970" y="325"/>
                  </a:cubicBezTo>
                  <a:cubicBezTo>
                    <a:pt x="953" y="308"/>
                    <a:pt x="937" y="292"/>
                    <a:pt x="920" y="292"/>
                  </a:cubicBezTo>
                  <a:cubicBezTo>
                    <a:pt x="835" y="241"/>
                    <a:pt x="739" y="217"/>
                    <a:pt x="643" y="217"/>
                  </a:cubicBezTo>
                  <a:cubicBezTo>
                    <a:pt x="453" y="217"/>
                    <a:pt x="262" y="309"/>
                    <a:pt x="151" y="475"/>
                  </a:cubicBezTo>
                  <a:cubicBezTo>
                    <a:pt x="1" y="726"/>
                    <a:pt x="68" y="1077"/>
                    <a:pt x="335" y="1244"/>
                  </a:cubicBezTo>
                  <a:cubicBezTo>
                    <a:pt x="1003" y="1585"/>
                    <a:pt x="1729" y="1755"/>
                    <a:pt x="2454" y="1755"/>
                  </a:cubicBezTo>
                  <a:cubicBezTo>
                    <a:pt x="3326" y="1755"/>
                    <a:pt x="4197" y="1510"/>
                    <a:pt x="4963" y="1027"/>
                  </a:cubicBezTo>
                  <a:cubicBezTo>
                    <a:pt x="5214" y="860"/>
                    <a:pt x="5297" y="525"/>
                    <a:pt x="5164" y="275"/>
                  </a:cubicBezTo>
                  <a:cubicBezTo>
                    <a:pt x="5052" y="97"/>
                    <a:pt x="4867" y="0"/>
                    <a:pt x="4681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399;p52"/>
            <p:cNvSpPr/>
            <p:nvPr/>
          </p:nvSpPr>
          <p:spPr>
            <a:xfrm>
              <a:off x="5244419" y="1648360"/>
              <a:ext cx="554561" cy="664461"/>
            </a:xfrm>
            <a:custGeom>
              <a:avLst/>
              <a:gdLst/>
              <a:ahLst/>
              <a:cxnLst/>
              <a:rect l="l" t="t" r="r" b="b"/>
              <a:pathLst>
                <a:path w="17303" h="20732" extrusionOk="0">
                  <a:moveTo>
                    <a:pt x="17004" y="0"/>
                  </a:moveTo>
                  <a:cubicBezTo>
                    <a:pt x="16987" y="0"/>
                    <a:pt x="16969" y="2"/>
                    <a:pt x="16952" y="6"/>
                  </a:cubicBezTo>
                  <a:cubicBezTo>
                    <a:pt x="16784" y="39"/>
                    <a:pt x="16684" y="173"/>
                    <a:pt x="16701" y="323"/>
                  </a:cubicBezTo>
                  <a:cubicBezTo>
                    <a:pt x="16734" y="657"/>
                    <a:pt x="16751" y="992"/>
                    <a:pt x="16734" y="1309"/>
                  </a:cubicBezTo>
                  <a:cubicBezTo>
                    <a:pt x="16634" y="3899"/>
                    <a:pt x="16667" y="6405"/>
                    <a:pt x="16300" y="8945"/>
                  </a:cubicBezTo>
                  <a:cubicBezTo>
                    <a:pt x="15966" y="11251"/>
                    <a:pt x="15632" y="13540"/>
                    <a:pt x="14445" y="15545"/>
                  </a:cubicBezTo>
                  <a:cubicBezTo>
                    <a:pt x="13376" y="17316"/>
                    <a:pt x="11872" y="18970"/>
                    <a:pt x="9900" y="19705"/>
                  </a:cubicBezTo>
                  <a:cubicBezTo>
                    <a:pt x="9079" y="20013"/>
                    <a:pt x="8208" y="20164"/>
                    <a:pt x="7333" y="20164"/>
                  </a:cubicBezTo>
                  <a:cubicBezTo>
                    <a:pt x="7069" y="20164"/>
                    <a:pt x="6805" y="20150"/>
                    <a:pt x="6542" y="20123"/>
                  </a:cubicBezTo>
                  <a:cubicBezTo>
                    <a:pt x="6007" y="20039"/>
                    <a:pt x="5473" y="19922"/>
                    <a:pt x="4955" y="19739"/>
                  </a:cubicBezTo>
                  <a:cubicBezTo>
                    <a:pt x="4420" y="19555"/>
                    <a:pt x="3919" y="19304"/>
                    <a:pt x="3468" y="18970"/>
                  </a:cubicBezTo>
                  <a:cubicBezTo>
                    <a:pt x="1763" y="17750"/>
                    <a:pt x="677" y="15862"/>
                    <a:pt x="460" y="13774"/>
                  </a:cubicBezTo>
                  <a:cubicBezTo>
                    <a:pt x="444" y="13634"/>
                    <a:pt x="330" y="13563"/>
                    <a:pt x="221" y="13563"/>
                  </a:cubicBezTo>
                  <a:cubicBezTo>
                    <a:pt x="108" y="13563"/>
                    <a:pt x="1" y="13638"/>
                    <a:pt x="9" y="13790"/>
                  </a:cubicBezTo>
                  <a:cubicBezTo>
                    <a:pt x="26" y="14074"/>
                    <a:pt x="59" y="14342"/>
                    <a:pt x="109" y="14626"/>
                  </a:cubicBezTo>
                  <a:cubicBezTo>
                    <a:pt x="527" y="16798"/>
                    <a:pt x="1880" y="18686"/>
                    <a:pt x="3819" y="19772"/>
                  </a:cubicBezTo>
                  <a:cubicBezTo>
                    <a:pt x="4086" y="19906"/>
                    <a:pt x="4353" y="20006"/>
                    <a:pt x="4621" y="20140"/>
                  </a:cubicBezTo>
                  <a:cubicBezTo>
                    <a:pt x="4888" y="20273"/>
                    <a:pt x="5172" y="20373"/>
                    <a:pt x="5456" y="20440"/>
                  </a:cubicBezTo>
                  <a:cubicBezTo>
                    <a:pt x="6024" y="20591"/>
                    <a:pt x="6609" y="20691"/>
                    <a:pt x="7194" y="20724"/>
                  </a:cubicBezTo>
                  <a:cubicBezTo>
                    <a:pt x="7302" y="20729"/>
                    <a:pt x="7410" y="20731"/>
                    <a:pt x="7518" y="20731"/>
                  </a:cubicBezTo>
                  <a:cubicBezTo>
                    <a:pt x="8565" y="20731"/>
                    <a:pt x="9615" y="20512"/>
                    <a:pt x="10569" y="20073"/>
                  </a:cubicBezTo>
                  <a:cubicBezTo>
                    <a:pt x="12591" y="19170"/>
                    <a:pt x="14128" y="17399"/>
                    <a:pt x="15180" y="15495"/>
                  </a:cubicBezTo>
                  <a:cubicBezTo>
                    <a:pt x="16400" y="13306"/>
                    <a:pt x="16701" y="10866"/>
                    <a:pt x="16985" y="8393"/>
                  </a:cubicBezTo>
                  <a:cubicBezTo>
                    <a:pt x="17302" y="5687"/>
                    <a:pt x="17236" y="3331"/>
                    <a:pt x="17269" y="240"/>
                  </a:cubicBezTo>
                  <a:cubicBezTo>
                    <a:pt x="17254" y="107"/>
                    <a:pt x="17135" y="0"/>
                    <a:pt x="17004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400;p52"/>
            <p:cNvSpPr/>
            <p:nvPr/>
          </p:nvSpPr>
          <p:spPr>
            <a:xfrm>
              <a:off x="5050837" y="1439137"/>
              <a:ext cx="348640" cy="581066"/>
            </a:xfrm>
            <a:custGeom>
              <a:avLst/>
              <a:gdLst/>
              <a:ahLst/>
              <a:cxnLst/>
              <a:rect l="l" t="t" r="r" b="b"/>
              <a:pathLst>
                <a:path w="10878" h="18130" extrusionOk="0">
                  <a:moveTo>
                    <a:pt x="9524" y="1"/>
                  </a:moveTo>
                  <a:cubicBezTo>
                    <a:pt x="9341" y="368"/>
                    <a:pt x="9073" y="686"/>
                    <a:pt x="8722" y="920"/>
                  </a:cubicBezTo>
                  <a:cubicBezTo>
                    <a:pt x="7787" y="1488"/>
                    <a:pt x="6350" y="1555"/>
                    <a:pt x="5498" y="1855"/>
                  </a:cubicBezTo>
                  <a:cubicBezTo>
                    <a:pt x="4445" y="2223"/>
                    <a:pt x="4211" y="2457"/>
                    <a:pt x="3409" y="3142"/>
                  </a:cubicBezTo>
                  <a:cubicBezTo>
                    <a:pt x="3174" y="2186"/>
                    <a:pt x="2744" y="1605"/>
                    <a:pt x="2098" y="1605"/>
                  </a:cubicBezTo>
                  <a:cubicBezTo>
                    <a:pt x="2010" y="1605"/>
                    <a:pt x="1918" y="1616"/>
                    <a:pt x="1822" y="1638"/>
                  </a:cubicBezTo>
                  <a:cubicBezTo>
                    <a:pt x="970" y="1839"/>
                    <a:pt x="1421" y="4295"/>
                    <a:pt x="1939" y="4562"/>
                  </a:cubicBezTo>
                  <a:cubicBezTo>
                    <a:pt x="2177" y="4693"/>
                    <a:pt x="2369" y="4728"/>
                    <a:pt x="2507" y="4728"/>
                  </a:cubicBezTo>
                  <a:cubicBezTo>
                    <a:pt x="2670" y="4728"/>
                    <a:pt x="2757" y="4679"/>
                    <a:pt x="2757" y="4679"/>
                  </a:cubicBezTo>
                  <a:lnTo>
                    <a:pt x="2757" y="4679"/>
                  </a:lnTo>
                  <a:cubicBezTo>
                    <a:pt x="2757" y="4679"/>
                    <a:pt x="3092" y="8823"/>
                    <a:pt x="2707" y="9942"/>
                  </a:cubicBezTo>
                  <a:cubicBezTo>
                    <a:pt x="2323" y="11062"/>
                    <a:pt x="1170" y="11697"/>
                    <a:pt x="1" y="12081"/>
                  </a:cubicBezTo>
                  <a:cubicBezTo>
                    <a:pt x="1036" y="13986"/>
                    <a:pt x="4512" y="17495"/>
                    <a:pt x="6066" y="18129"/>
                  </a:cubicBezTo>
                  <a:cubicBezTo>
                    <a:pt x="7219" y="17845"/>
                    <a:pt x="8455" y="12131"/>
                    <a:pt x="8455" y="12131"/>
                  </a:cubicBezTo>
                  <a:cubicBezTo>
                    <a:pt x="8455" y="12131"/>
                    <a:pt x="7369" y="11964"/>
                    <a:pt x="6968" y="11530"/>
                  </a:cubicBezTo>
                  <a:cubicBezTo>
                    <a:pt x="6567" y="11045"/>
                    <a:pt x="6350" y="10427"/>
                    <a:pt x="6400" y="9809"/>
                  </a:cubicBezTo>
                  <a:cubicBezTo>
                    <a:pt x="6416" y="9547"/>
                    <a:pt x="6481" y="7919"/>
                    <a:pt x="7192" y="7919"/>
                  </a:cubicBezTo>
                  <a:cubicBezTo>
                    <a:pt x="7206" y="7919"/>
                    <a:pt x="7221" y="7919"/>
                    <a:pt x="7235" y="7921"/>
                  </a:cubicBezTo>
                  <a:cubicBezTo>
                    <a:pt x="7336" y="7921"/>
                    <a:pt x="7453" y="7937"/>
                    <a:pt x="7553" y="7954"/>
                  </a:cubicBezTo>
                  <a:cubicBezTo>
                    <a:pt x="7926" y="8026"/>
                    <a:pt x="8272" y="8062"/>
                    <a:pt x="8579" y="8062"/>
                  </a:cubicBezTo>
                  <a:cubicBezTo>
                    <a:pt x="9123" y="8062"/>
                    <a:pt x="9546" y="7950"/>
                    <a:pt x="9792" y="7737"/>
                  </a:cubicBezTo>
                  <a:cubicBezTo>
                    <a:pt x="10042" y="7520"/>
                    <a:pt x="10176" y="6400"/>
                    <a:pt x="10176" y="5682"/>
                  </a:cubicBezTo>
                  <a:cubicBezTo>
                    <a:pt x="10193" y="4980"/>
                    <a:pt x="10844" y="4930"/>
                    <a:pt x="10844" y="4679"/>
                  </a:cubicBezTo>
                  <a:cubicBezTo>
                    <a:pt x="10878" y="4128"/>
                    <a:pt x="10026" y="4646"/>
                    <a:pt x="10126" y="2323"/>
                  </a:cubicBezTo>
                  <a:cubicBezTo>
                    <a:pt x="10092" y="1037"/>
                    <a:pt x="9875" y="368"/>
                    <a:pt x="9524" y="1"/>
                  </a:cubicBezTo>
                  <a:close/>
                </a:path>
              </a:pathLst>
            </a:custGeom>
            <a:solidFill>
              <a:srgbClr val="F7A6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401;p52"/>
            <p:cNvSpPr/>
            <p:nvPr/>
          </p:nvSpPr>
          <p:spPr>
            <a:xfrm>
              <a:off x="5050837" y="1565511"/>
              <a:ext cx="271015" cy="454693"/>
            </a:xfrm>
            <a:custGeom>
              <a:avLst/>
              <a:gdLst/>
              <a:ahLst/>
              <a:cxnLst/>
              <a:rect l="l" t="t" r="r" b="b"/>
              <a:pathLst>
                <a:path w="8456" h="14187" extrusionOk="0">
                  <a:moveTo>
                    <a:pt x="3275" y="1"/>
                  </a:moveTo>
                  <a:cubicBezTo>
                    <a:pt x="3175" y="619"/>
                    <a:pt x="2757" y="736"/>
                    <a:pt x="2757" y="736"/>
                  </a:cubicBezTo>
                  <a:cubicBezTo>
                    <a:pt x="2757" y="736"/>
                    <a:pt x="3092" y="4880"/>
                    <a:pt x="2707" y="5999"/>
                  </a:cubicBezTo>
                  <a:cubicBezTo>
                    <a:pt x="2323" y="7119"/>
                    <a:pt x="1170" y="7754"/>
                    <a:pt x="1" y="8138"/>
                  </a:cubicBezTo>
                  <a:cubicBezTo>
                    <a:pt x="1036" y="10043"/>
                    <a:pt x="4512" y="13552"/>
                    <a:pt x="6066" y="14186"/>
                  </a:cubicBezTo>
                  <a:cubicBezTo>
                    <a:pt x="7219" y="13902"/>
                    <a:pt x="8455" y="8188"/>
                    <a:pt x="8455" y="8188"/>
                  </a:cubicBezTo>
                  <a:cubicBezTo>
                    <a:pt x="8455" y="8188"/>
                    <a:pt x="7369" y="8021"/>
                    <a:pt x="6968" y="7587"/>
                  </a:cubicBezTo>
                  <a:cubicBezTo>
                    <a:pt x="6567" y="7102"/>
                    <a:pt x="6350" y="6484"/>
                    <a:pt x="6400" y="5866"/>
                  </a:cubicBezTo>
                  <a:cubicBezTo>
                    <a:pt x="6416" y="5604"/>
                    <a:pt x="6481" y="3976"/>
                    <a:pt x="7192" y="3976"/>
                  </a:cubicBezTo>
                  <a:cubicBezTo>
                    <a:pt x="7206" y="3976"/>
                    <a:pt x="7221" y="3976"/>
                    <a:pt x="7235" y="3978"/>
                  </a:cubicBezTo>
                  <a:cubicBezTo>
                    <a:pt x="6433" y="3827"/>
                    <a:pt x="4244" y="3226"/>
                    <a:pt x="3459" y="770"/>
                  </a:cubicBezTo>
                  <a:cubicBezTo>
                    <a:pt x="3426" y="602"/>
                    <a:pt x="3342" y="369"/>
                    <a:pt x="3275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402;p52"/>
            <p:cNvSpPr/>
            <p:nvPr/>
          </p:nvSpPr>
          <p:spPr>
            <a:xfrm>
              <a:off x="5109745" y="1507628"/>
              <a:ext cx="37531" cy="62209"/>
            </a:xfrm>
            <a:custGeom>
              <a:avLst/>
              <a:gdLst/>
              <a:ahLst/>
              <a:cxnLst/>
              <a:rect l="l" t="t" r="r" b="b"/>
              <a:pathLst>
                <a:path w="1171" h="1941" extrusionOk="0">
                  <a:moveTo>
                    <a:pt x="253" y="1"/>
                  </a:moveTo>
                  <a:cubicBezTo>
                    <a:pt x="89" y="1"/>
                    <a:pt x="0" y="103"/>
                    <a:pt x="0" y="103"/>
                  </a:cubicBezTo>
                  <a:cubicBezTo>
                    <a:pt x="6" y="103"/>
                    <a:pt x="12" y="102"/>
                    <a:pt x="18" y="102"/>
                  </a:cubicBezTo>
                  <a:cubicBezTo>
                    <a:pt x="604" y="102"/>
                    <a:pt x="686" y="921"/>
                    <a:pt x="686" y="921"/>
                  </a:cubicBezTo>
                  <a:cubicBezTo>
                    <a:pt x="619" y="921"/>
                    <a:pt x="535" y="938"/>
                    <a:pt x="452" y="955"/>
                  </a:cubicBezTo>
                  <a:cubicBezTo>
                    <a:pt x="84" y="1055"/>
                    <a:pt x="117" y="1941"/>
                    <a:pt x="652" y="1941"/>
                  </a:cubicBezTo>
                  <a:cubicBezTo>
                    <a:pt x="1170" y="1941"/>
                    <a:pt x="1103" y="504"/>
                    <a:pt x="602" y="136"/>
                  </a:cubicBezTo>
                  <a:cubicBezTo>
                    <a:pt x="463" y="33"/>
                    <a:pt x="346" y="1"/>
                    <a:pt x="253" y="1"/>
                  </a:cubicBezTo>
                  <a:close/>
                </a:path>
              </a:pathLst>
            </a:custGeom>
            <a:solidFill>
              <a:srgbClr val="F37B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403;p52"/>
            <p:cNvSpPr/>
            <p:nvPr/>
          </p:nvSpPr>
          <p:spPr>
            <a:xfrm>
              <a:off x="5285924" y="1489071"/>
              <a:ext cx="51985" cy="25608"/>
            </a:xfrm>
            <a:custGeom>
              <a:avLst/>
              <a:gdLst/>
              <a:ahLst/>
              <a:cxnLst/>
              <a:rect l="l" t="t" r="r" b="b"/>
              <a:pathLst>
                <a:path w="1622" h="799" extrusionOk="0">
                  <a:moveTo>
                    <a:pt x="792" y="1"/>
                  </a:moveTo>
                  <a:cubicBezTo>
                    <a:pt x="448" y="1"/>
                    <a:pt x="109" y="222"/>
                    <a:pt x="1" y="799"/>
                  </a:cubicBezTo>
                  <a:cubicBezTo>
                    <a:pt x="355" y="591"/>
                    <a:pt x="762" y="491"/>
                    <a:pt x="1171" y="491"/>
                  </a:cubicBezTo>
                  <a:cubicBezTo>
                    <a:pt x="1322" y="491"/>
                    <a:pt x="1473" y="504"/>
                    <a:pt x="1621" y="531"/>
                  </a:cubicBezTo>
                  <a:cubicBezTo>
                    <a:pt x="1488" y="222"/>
                    <a:pt x="1137" y="1"/>
                    <a:pt x="792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404;p52"/>
            <p:cNvSpPr/>
            <p:nvPr/>
          </p:nvSpPr>
          <p:spPr>
            <a:xfrm>
              <a:off x="5308967" y="1536057"/>
              <a:ext cx="28941" cy="28973"/>
            </a:xfrm>
            <a:custGeom>
              <a:avLst/>
              <a:gdLst/>
              <a:ahLst/>
              <a:cxnLst/>
              <a:rect l="l" t="t" r="r" b="b"/>
              <a:pathLst>
                <a:path w="903" h="904" extrusionOk="0">
                  <a:moveTo>
                    <a:pt x="468" y="1"/>
                  </a:moveTo>
                  <a:cubicBezTo>
                    <a:pt x="384" y="1"/>
                    <a:pt x="301" y="18"/>
                    <a:pt x="234" y="51"/>
                  </a:cubicBezTo>
                  <a:cubicBezTo>
                    <a:pt x="201" y="85"/>
                    <a:pt x="167" y="101"/>
                    <a:pt x="134" y="135"/>
                  </a:cubicBezTo>
                  <a:cubicBezTo>
                    <a:pt x="84" y="185"/>
                    <a:pt x="33" y="252"/>
                    <a:pt x="17" y="335"/>
                  </a:cubicBezTo>
                  <a:cubicBezTo>
                    <a:pt x="17" y="369"/>
                    <a:pt x="0" y="402"/>
                    <a:pt x="0" y="435"/>
                  </a:cubicBezTo>
                  <a:cubicBezTo>
                    <a:pt x="0" y="686"/>
                    <a:pt x="201" y="887"/>
                    <a:pt x="434" y="903"/>
                  </a:cubicBezTo>
                  <a:cubicBezTo>
                    <a:pt x="518" y="903"/>
                    <a:pt x="602" y="887"/>
                    <a:pt x="668" y="853"/>
                  </a:cubicBezTo>
                  <a:cubicBezTo>
                    <a:pt x="702" y="820"/>
                    <a:pt x="735" y="803"/>
                    <a:pt x="769" y="786"/>
                  </a:cubicBezTo>
                  <a:cubicBezTo>
                    <a:pt x="819" y="719"/>
                    <a:pt x="869" y="653"/>
                    <a:pt x="886" y="569"/>
                  </a:cubicBezTo>
                  <a:cubicBezTo>
                    <a:pt x="886" y="536"/>
                    <a:pt x="902" y="502"/>
                    <a:pt x="902" y="469"/>
                  </a:cubicBezTo>
                  <a:cubicBezTo>
                    <a:pt x="902" y="285"/>
                    <a:pt x="802" y="118"/>
                    <a:pt x="635" y="34"/>
                  </a:cubicBezTo>
                  <a:cubicBezTo>
                    <a:pt x="585" y="18"/>
                    <a:pt x="518" y="1"/>
                    <a:pt x="468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405;p52"/>
            <p:cNvSpPr/>
            <p:nvPr/>
          </p:nvSpPr>
          <p:spPr>
            <a:xfrm>
              <a:off x="5295571" y="1624418"/>
              <a:ext cx="61600" cy="29742"/>
            </a:xfrm>
            <a:custGeom>
              <a:avLst/>
              <a:gdLst/>
              <a:ahLst/>
              <a:cxnLst/>
              <a:rect l="l" t="t" r="r" b="b"/>
              <a:pathLst>
                <a:path w="1922" h="928" extrusionOk="0">
                  <a:moveTo>
                    <a:pt x="0" y="1"/>
                  </a:moveTo>
                  <a:lnTo>
                    <a:pt x="0" y="1"/>
                  </a:lnTo>
                  <a:cubicBezTo>
                    <a:pt x="50" y="469"/>
                    <a:pt x="401" y="836"/>
                    <a:pt x="869" y="920"/>
                  </a:cubicBezTo>
                  <a:cubicBezTo>
                    <a:pt x="906" y="925"/>
                    <a:pt x="941" y="927"/>
                    <a:pt x="976" y="927"/>
                  </a:cubicBezTo>
                  <a:cubicBezTo>
                    <a:pt x="1537" y="927"/>
                    <a:pt x="1922" y="335"/>
                    <a:pt x="1922" y="335"/>
                  </a:cubicBezTo>
                  <a:cubicBezTo>
                    <a:pt x="1922" y="335"/>
                    <a:pt x="1504" y="302"/>
                    <a:pt x="936" y="235"/>
                  </a:cubicBezTo>
                  <a:cubicBezTo>
                    <a:pt x="602" y="201"/>
                    <a:pt x="301" y="11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1"/>
          <p:cNvSpPr txBox="1">
            <a:spLocks noGrp="1"/>
          </p:cNvSpPr>
          <p:nvPr>
            <p:ph type="title"/>
          </p:nvPr>
        </p:nvSpPr>
        <p:spPr>
          <a:xfrm>
            <a:off x="228600" y="285750"/>
            <a:ext cx="8686800" cy="8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800" dirty="0" smtClean="0"/>
              <a:t>Adverse Effects of </a:t>
            </a:r>
            <a:r>
              <a:rPr lang="en-US" sz="4800" dirty="0" err="1" smtClean="0"/>
              <a:t>Tramal</a:t>
            </a:r>
            <a:r>
              <a:rPr lang="en-US" sz="4800" dirty="0" smtClean="0"/>
              <a:t> </a:t>
            </a:r>
            <a:r>
              <a:rPr lang="en-US" sz="4800" dirty="0" err="1" smtClean="0"/>
              <a:t>vs</a:t>
            </a:r>
            <a:r>
              <a:rPr lang="en-US" sz="4800" dirty="0" smtClean="0"/>
              <a:t> </a:t>
            </a:r>
            <a:r>
              <a:rPr lang="en-US" sz="4800" dirty="0" err="1" smtClean="0"/>
              <a:t>Lyrica</a:t>
            </a:r>
            <a:endParaRPr sz="4800" dirty="0"/>
          </a:p>
        </p:txBody>
      </p:sp>
      <p:sp>
        <p:nvSpPr>
          <p:cNvPr id="612" name="Google Shape;612;p41"/>
          <p:cNvSpPr txBox="1">
            <a:spLocks noGrp="1"/>
          </p:cNvSpPr>
          <p:nvPr>
            <p:ph type="subTitle" idx="3"/>
          </p:nvPr>
        </p:nvSpPr>
        <p:spPr>
          <a:xfrm>
            <a:off x="457200" y="112395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b="1" dirty="0" smtClean="0"/>
              <a:t>Ven</a:t>
            </a:r>
            <a:r>
              <a:rPr lang="en-US" sz="2800" b="1" dirty="0" smtClean="0"/>
              <a:t>T</a:t>
            </a:r>
            <a:r>
              <a:rPr lang="en-US" sz="2800" b="1" dirty="0" smtClean="0"/>
              <a:t>op adverse effects for </a:t>
            </a:r>
            <a:endParaRPr lang="en-US" sz="2800" b="1" dirty="0" smtClean="0"/>
          </a:p>
          <a:p>
            <a:pPr lvl="0"/>
            <a:r>
              <a:rPr lang="en-US" sz="2800" b="1" dirty="0" err="1" smtClean="0"/>
              <a:t>Tramal</a:t>
            </a:r>
            <a:r>
              <a:rPr lang="en-US" sz="2800" dirty="0" smtClean="0"/>
              <a:t> 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sz="2800" dirty="0"/>
          </a:p>
        </p:txBody>
      </p:sp>
      <p:grpSp>
        <p:nvGrpSpPr>
          <p:cNvPr id="614" name="Google Shape;614;p41"/>
          <p:cNvGrpSpPr/>
          <p:nvPr/>
        </p:nvGrpSpPr>
        <p:grpSpPr>
          <a:xfrm>
            <a:off x="3517752" y="1123950"/>
            <a:ext cx="1892448" cy="4019551"/>
            <a:chOff x="2778525" y="238100"/>
            <a:chExt cx="2039725" cy="5229175"/>
          </a:xfrm>
        </p:grpSpPr>
        <p:sp>
          <p:nvSpPr>
            <p:cNvPr id="615" name="Google Shape;615;p41"/>
            <p:cNvSpPr/>
            <p:nvPr/>
          </p:nvSpPr>
          <p:spPr>
            <a:xfrm>
              <a:off x="2778525" y="1206200"/>
              <a:ext cx="748575" cy="1186050"/>
            </a:xfrm>
            <a:custGeom>
              <a:avLst/>
              <a:gdLst/>
              <a:ahLst/>
              <a:cxnLst/>
              <a:rect l="l" t="t" r="r" b="b"/>
              <a:pathLst>
                <a:path w="29943" h="47442" extrusionOk="0">
                  <a:moveTo>
                    <a:pt x="22746" y="0"/>
                  </a:moveTo>
                  <a:cubicBezTo>
                    <a:pt x="21410" y="0"/>
                    <a:pt x="19713" y="1019"/>
                    <a:pt x="19079" y="2173"/>
                  </a:cubicBezTo>
                  <a:cubicBezTo>
                    <a:pt x="15232" y="9234"/>
                    <a:pt x="0" y="37502"/>
                    <a:pt x="657" y="40534"/>
                  </a:cubicBezTo>
                  <a:cubicBezTo>
                    <a:pt x="1326" y="43616"/>
                    <a:pt x="3447" y="47442"/>
                    <a:pt x="8518" y="47442"/>
                  </a:cubicBezTo>
                  <a:cubicBezTo>
                    <a:pt x="9108" y="47442"/>
                    <a:pt x="9738" y="47390"/>
                    <a:pt x="10411" y="47279"/>
                  </a:cubicBezTo>
                  <a:cubicBezTo>
                    <a:pt x="16884" y="46238"/>
                    <a:pt x="24375" y="24013"/>
                    <a:pt x="25891" y="20709"/>
                  </a:cubicBezTo>
                  <a:cubicBezTo>
                    <a:pt x="27385" y="17404"/>
                    <a:pt x="29942" y="8080"/>
                    <a:pt x="27838" y="2829"/>
                  </a:cubicBezTo>
                  <a:cubicBezTo>
                    <a:pt x="26715" y="54"/>
                    <a:pt x="24986" y="2"/>
                    <a:pt x="23296" y="2"/>
                  </a:cubicBezTo>
                  <a:cubicBezTo>
                    <a:pt x="23230" y="2"/>
                    <a:pt x="23164" y="2"/>
                    <a:pt x="23099" y="2"/>
                  </a:cubicBezTo>
                  <a:cubicBezTo>
                    <a:pt x="22981" y="2"/>
                    <a:pt x="22863" y="2"/>
                    <a:pt x="22746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4375975" y="2751400"/>
              <a:ext cx="247075" cy="455400"/>
            </a:xfrm>
            <a:custGeom>
              <a:avLst/>
              <a:gdLst/>
              <a:ahLst/>
              <a:cxnLst/>
              <a:rect l="l" t="t" r="r" b="b"/>
              <a:pathLst>
                <a:path w="9883" h="18216" extrusionOk="0">
                  <a:moveTo>
                    <a:pt x="2075" y="0"/>
                  </a:moveTo>
                  <a:lnTo>
                    <a:pt x="2867" y="6179"/>
                  </a:lnTo>
                  <a:cubicBezTo>
                    <a:pt x="988" y="7243"/>
                    <a:pt x="423" y="9529"/>
                    <a:pt x="196" y="10298"/>
                  </a:cubicBezTo>
                  <a:cubicBezTo>
                    <a:pt x="0" y="11038"/>
                    <a:pt x="181" y="13978"/>
                    <a:pt x="861" y="13978"/>
                  </a:cubicBezTo>
                  <a:cubicBezTo>
                    <a:pt x="887" y="13978"/>
                    <a:pt x="915" y="13974"/>
                    <a:pt x="943" y="13964"/>
                  </a:cubicBezTo>
                  <a:cubicBezTo>
                    <a:pt x="1690" y="13716"/>
                    <a:pt x="1871" y="10683"/>
                    <a:pt x="1871" y="10683"/>
                  </a:cubicBezTo>
                  <a:lnTo>
                    <a:pt x="2527" y="9325"/>
                  </a:lnTo>
                  <a:cubicBezTo>
                    <a:pt x="2527" y="9325"/>
                    <a:pt x="2573" y="16816"/>
                    <a:pt x="3387" y="17291"/>
                  </a:cubicBezTo>
                  <a:cubicBezTo>
                    <a:pt x="3435" y="17319"/>
                    <a:pt x="3479" y="17333"/>
                    <a:pt x="3521" y="17333"/>
                  </a:cubicBezTo>
                  <a:cubicBezTo>
                    <a:pt x="4383" y="17333"/>
                    <a:pt x="4024" y="11632"/>
                    <a:pt x="4395" y="11632"/>
                  </a:cubicBezTo>
                  <a:cubicBezTo>
                    <a:pt x="4399" y="11632"/>
                    <a:pt x="4402" y="11632"/>
                    <a:pt x="4406" y="11633"/>
                  </a:cubicBezTo>
                  <a:cubicBezTo>
                    <a:pt x="4791" y="11769"/>
                    <a:pt x="4179" y="17110"/>
                    <a:pt x="4655" y="17857"/>
                  </a:cubicBezTo>
                  <a:cubicBezTo>
                    <a:pt x="4820" y="18109"/>
                    <a:pt x="4966" y="18216"/>
                    <a:pt x="5095" y="18216"/>
                  </a:cubicBezTo>
                  <a:cubicBezTo>
                    <a:pt x="5337" y="18216"/>
                    <a:pt x="5518" y="17839"/>
                    <a:pt x="5651" y="17337"/>
                  </a:cubicBezTo>
                  <a:cubicBezTo>
                    <a:pt x="5877" y="16590"/>
                    <a:pt x="5786" y="11656"/>
                    <a:pt x="6148" y="11543"/>
                  </a:cubicBezTo>
                  <a:cubicBezTo>
                    <a:pt x="6153" y="11541"/>
                    <a:pt x="6157" y="11541"/>
                    <a:pt x="6161" y="11541"/>
                  </a:cubicBezTo>
                  <a:cubicBezTo>
                    <a:pt x="6519" y="11541"/>
                    <a:pt x="5886" y="17565"/>
                    <a:pt x="6737" y="17744"/>
                  </a:cubicBezTo>
                  <a:cubicBezTo>
                    <a:pt x="6748" y="17747"/>
                    <a:pt x="6760" y="17748"/>
                    <a:pt x="6771" y="17748"/>
                  </a:cubicBezTo>
                  <a:cubicBezTo>
                    <a:pt x="7571" y="17748"/>
                    <a:pt x="7444" y="11473"/>
                    <a:pt x="7868" y="11362"/>
                  </a:cubicBezTo>
                  <a:cubicBezTo>
                    <a:pt x="7872" y="11361"/>
                    <a:pt x="7876" y="11360"/>
                    <a:pt x="7879" y="11360"/>
                  </a:cubicBezTo>
                  <a:cubicBezTo>
                    <a:pt x="8263" y="11360"/>
                    <a:pt x="7437" y="17084"/>
                    <a:pt x="8062" y="17084"/>
                  </a:cubicBezTo>
                  <a:cubicBezTo>
                    <a:pt x="8092" y="17084"/>
                    <a:pt x="8126" y="17070"/>
                    <a:pt x="8163" y="17042"/>
                  </a:cubicBezTo>
                  <a:cubicBezTo>
                    <a:pt x="8593" y="16726"/>
                    <a:pt x="9883" y="11181"/>
                    <a:pt x="9204" y="8918"/>
                  </a:cubicBezTo>
                  <a:lnTo>
                    <a:pt x="9249" y="476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4018750" y="1178950"/>
              <a:ext cx="688050" cy="1669225"/>
            </a:xfrm>
            <a:custGeom>
              <a:avLst/>
              <a:gdLst/>
              <a:ahLst/>
              <a:cxnLst/>
              <a:rect l="l" t="t" r="r" b="b"/>
              <a:pathLst>
                <a:path w="27522" h="66769" extrusionOk="0">
                  <a:moveTo>
                    <a:pt x="7442" y="0"/>
                  </a:moveTo>
                  <a:cubicBezTo>
                    <a:pt x="7279" y="0"/>
                    <a:pt x="7122" y="24"/>
                    <a:pt x="6971" y="72"/>
                  </a:cubicBezTo>
                  <a:cubicBezTo>
                    <a:pt x="2377" y="1543"/>
                    <a:pt x="1" y="5255"/>
                    <a:pt x="1268" y="11795"/>
                  </a:cubicBezTo>
                  <a:cubicBezTo>
                    <a:pt x="2536" y="18336"/>
                    <a:pt x="11294" y="35808"/>
                    <a:pt x="11294" y="35808"/>
                  </a:cubicBezTo>
                  <a:lnTo>
                    <a:pt x="13897" y="65976"/>
                  </a:lnTo>
                  <a:lnTo>
                    <a:pt x="25847" y="66769"/>
                  </a:lnTo>
                  <a:cubicBezTo>
                    <a:pt x="25847" y="66769"/>
                    <a:pt x="27521" y="41602"/>
                    <a:pt x="26322" y="34043"/>
                  </a:cubicBezTo>
                  <a:cubicBezTo>
                    <a:pt x="25157" y="26723"/>
                    <a:pt x="12934" y="0"/>
                    <a:pt x="744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1"/>
            <p:cNvSpPr/>
            <p:nvPr/>
          </p:nvSpPr>
          <p:spPr>
            <a:xfrm>
              <a:off x="4071950" y="5173025"/>
              <a:ext cx="746300" cy="294250"/>
            </a:xfrm>
            <a:custGeom>
              <a:avLst/>
              <a:gdLst/>
              <a:ahLst/>
              <a:cxnLst/>
              <a:rect l="l" t="t" r="r" b="b"/>
              <a:pathLst>
                <a:path w="29852" h="11770" extrusionOk="0">
                  <a:moveTo>
                    <a:pt x="11248" y="1"/>
                  </a:moveTo>
                  <a:lnTo>
                    <a:pt x="0" y="861"/>
                  </a:lnTo>
                  <a:lnTo>
                    <a:pt x="815" y="6473"/>
                  </a:lnTo>
                  <a:lnTo>
                    <a:pt x="1607" y="11769"/>
                  </a:lnTo>
                  <a:lnTo>
                    <a:pt x="29852" y="11769"/>
                  </a:lnTo>
                  <a:cubicBezTo>
                    <a:pt x="28290" y="9438"/>
                    <a:pt x="25869" y="7809"/>
                    <a:pt x="23130" y="7265"/>
                  </a:cubicBezTo>
                  <a:cubicBezTo>
                    <a:pt x="21093" y="6835"/>
                    <a:pt x="19102" y="6224"/>
                    <a:pt x="17200" y="5432"/>
                  </a:cubicBezTo>
                  <a:cubicBezTo>
                    <a:pt x="11429" y="2943"/>
                    <a:pt x="11248" y="1"/>
                    <a:pt x="11248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4092300" y="5308825"/>
              <a:ext cx="725950" cy="157875"/>
            </a:xfrm>
            <a:custGeom>
              <a:avLst/>
              <a:gdLst/>
              <a:ahLst/>
              <a:cxnLst/>
              <a:rect l="l" t="t" r="r" b="b"/>
              <a:pathLst>
                <a:path w="29038" h="6315" extrusionOk="0">
                  <a:moveTo>
                    <a:pt x="16386" y="0"/>
                  </a:moveTo>
                  <a:cubicBezTo>
                    <a:pt x="15278" y="1200"/>
                    <a:pt x="14146" y="2694"/>
                    <a:pt x="13625" y="4165"/>
                  </a:cubicBezTo>
                  <a:cubicBezTo>
                    <a:pt x="6836" y="3576"/>
                    <a:pt x="2694" y="1811"/>
                    <a:pt x="1" y="1041"/>
                  </a:cubicBezTo>
                  <a:lnTo>
                    <a:pt x="1" y="1041"/>
                  </a:lnTo>
                  <a:lnTo>
                    <a:pt x="793" y="6315"/>
                  </a:lnTo>
                  <a:lnTo>
                    <a:pt x="29038" y="6315"/>
                  </a:lnTo>
                  <a:cubicBezTo>
                    <a:pt x="27476" y="4006"/>
                    <a:pt x="25055" y="2377"/>
                    <a:pt x="22316" y="1833"/>
                  </a:cubicBezTo>
                  <a:cubicBezTo>
                    <a:pt x="20279" y="1403"/>
                    <a:pt x="18288" y="792"/>
                    <a:pt x="1638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3777725" y="2730475"/>
              <a:ext cx="674450" cy="2621925"/>
            </a:xfrm>
            <a:custGeom>
              <a:avLst/>
              <a:gdLst/>
              <a:ahLst/>
              <a:cxnLst/>
              <a:rect l="l" t="t" r="r" b="b"/>
              <a:pathLst>
                <a:path w="26978" h="104877" extrusionOk="0">
                  <a:moveTo>
                    <a:pt x="18378" y="0"/>
                  </a:moveTo>
                  <a:lnTo>
                    <a:pt x="0" y="204"/>
                  </a:lnTo>
                  <a:lnTo>
                    <a:pt x="612" y="7039"/>
                  </a:lnTo>
                  <a:lnTo>
                    <a:pt x="9257" y="104877"/>
                  </a:lnTo>
                  <a:lnTo>
                    <a:pt x="26978" y="98721"/>
                  </a:lnTo>
                  <a:lnTo>
                    <a:pt x="18989" y="7039"/>
                  </a:lnTo>
                  <a:lnTo>
                    <a:pt x="18378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3007675" y="5173025"/>
              <a:ext cx="716325" cy="294250"/>
            </a:xfrm>
            <a:custGeom>
              <a:avLst/>
              <a:gdLst/>
              <a:ahLst/>
              <a:cxnLst/>
              <a:rect l="l" t="t" r="r" b="b"/>
              <a:pathLst>
                <a:path w="28653" h="11770" extrusionOk="0">
                  <a:moveTo>
                    <a:pt x="17291" y="1"/>
                  </a:moveTo>
                  <a:lnTo>
                    <a:pt x="17291" y="1"/>
                  </a:lnTo>
                  <a:cubicBezTo>
                    <a:pt x="17291" y="1"/>
                    <a:pt x="17427" y="2943"/>
                    <a:pt x="11950" y="5432"/>
                  </a:cubicBezTo>
                  <a:cubicBezTo>
                    <a:pt x="10094" y="6224"/>
                    <a:pt x="8170" y="6835"/>
                    <a:pt x="6201" y="7265"/>
                  </a:cubicBezTo>
                  <a:cubicBezTo>
                    <a:pt x="1607" y="8261"/>
                    <a:pt x="0" y="11769"/>
                    <a:pt x="0" y="11769"/>
                  </a:cubicBezTo>
                  <a:lnTo>
                    <a:pt x="28245" y="11769"/>
                  </a:lnTo>
                  <a:lnTo>
                    <a:pt x="28426" y="6473"/>
                  </a:lnTo>
                  <a:lnTo>
                    <a:pt x="28652" y="861"/>
                  </a:lnTo>
                  <a:lnTo>
                    <a:pt x="17291" y="1"/>
                  </a:ln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3007675" y="5308825"/>
              <a:ext cx="710675" cy="157875"/>
            </a:xfrm>
            <a:custGeom>
              <a:avLst/>
              <a:gdLst/>
              <a:ahLst/>
              <a:cxnLst/>
              <a:rect l="l" t="t" r="r" b="b"/>
              <a:pathLst>
                <a:path w="28427" h="6315" extrusionOk="0">
                  <a:moveTo>
                    <a:pt x="11950" y="0"/>
                  </a:moveTo>
                  <a:cubicBezTo>
                    <a:pt x="10094" y="792"/>
                    <a:pt x="8170" y="1403"/>
                    <a:pt x="6201" y="1833"/>
                  </a:cubicBezTo>
                  <a:cubicBezTo>
                    <a:pt x="1607" y="2829"/>
                    <a:pt x="0" y="6315"/>
                    <a:pt x="0" y="6315"/>
                  </a:cubicBezTo>
                  <a:lnTo>
                    <a:pt x="28245" y="6315"/>
                  </a:lnTo>
                  <a:lnTo>
                    <a:pt x="28426" y="1041"/>
                  </a:lnTo>
                  <a:lnTo>
                    <a:pt x="28426" y="1041"/>
                  </a:lnTo>
                  <a:cubicBezTo>
                    <a:pt x="25846" y="1811"/>
                    <a:pt x="21863" y="3576"/>
                    <a:pt x="15164" y="4165"/>
                  </a:cubicBezTo>
                  <a:cubicBezTo>
                    <a:pt x="14462" y="2694"/>
                    <a:pt x="13172" y="1200"/>
                    <a:pt x="1195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3284900" y="2730475"/>
              <a:ext cx="518875" cy="2621925"/>
            </a:xfrm>
            <a:custGeom>
              <a:avLst/>
              <a:gdLst/>
              <a:ahLst/>
              <a:cxnLst/>
              <a:rect l="l" t="t" r="r" b="b"/>
              <a:pathLst>
                <a:path w="20755" h="104877" extrusionOk="0">
                  <a:moveTo>
                    <a:pt x="1" y="0"/>
                  </a:moveTo>
                  <a:lnTo>
                    <a:pt x="159" y="7039"/>
                  </a:lnTo>
                  <a:lnTo>
                    <a:pt x="2332" y="98721"/>
                  </a:lnTo>
                  <a:lnTo>
                    <a:pt x="20755" y="104877"/>
                  </a:lnTo>
                  <a:lnTo>
                    <a:pt x="18559" y="7039"/>
                  </a:lnTo>
                  <a:lnTo>
                    <a:pt x="18401" y="2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3515200" y="365400"/>
              <a:ext cx="574875" cy="1005600"/>
            </a:xfrm>
            <a:custGeom>
              <a:avLst/>
              <a:gdLst/>
              <a:ahLst/>
              <a:cxnLst/>
              <a:rect l="l" t="t" r="r" b="b"/>
              <a:pathLst>
                <a:path w="22995" h="40224" extrusionOk="0">
                  <a:moveTo>
                    <a:pt x="12950" y="0"/>
                  </a:moveTo>
                  <a:cubicBezTo>
                    <a:pt x="12336" y="0"/>
                    <a:pt x="11720" y="61"/>
                    <a:pt x="11113" y="182"/>
                  </a:cubicBezTo>
                  <a:cubicBezTo>
                    <a:pt x="10592" y="295"/>
                    <a:pt x="10071" y="409"/>
                    <a:pt x="9551" y="544"/>
                  </a:cubicBezTo>
                  <a:cubicBezTo>
                    <a:pt x="6654" y="1291"/>
                    <a:pt x="4685" y="3079"/>
                    <a:pt x="3508" y="5818"/>
                  </a:cubicBezTo>
                  <a:cubicBezTo>
                    <a:pt x="2829" y="7470"/>
                    <a:pt x="2444" y="9235"/>
                    <a:pt x="2354" y="11023"/>
                  </a:cubicBezTo>
                  <a:cubicBezTo>
                    <a:pt x="2309" y="11747"/>
                    <a:pt x="2196" y="12358"/>
                    <a:pt x="1336" y="12517"/>
                  </a:cubicBezTo>
                  <a:cubicBezTo>
                    <a:pt x="1222" y="12562"/>
                    <a:pt x="1109" y="12653"/>
                    <a:pt x="1019" y="12743"/>
                  </a:cubicBezTo>
                  <a:cubicBezTo>
                    <a:pt x="91" y="13513"/>
                    <a:pt x="0" y="15663"/>
                    <a:pt x="1403" y="15957"/>
                  </a:cubicBezTo>
                  <a:cubicBezTo>
                    <a:pt x="2331" y="16138"/>
                    <a:pt x="2377" y="16704"/>
                    <a:pt x="2444" y="17360"/>
                  </a:cubicBezTo>
                  <a:cubicBezTo>
                    <a:pt x="2467" y="17586"/>
                    <a:pt x="2490" y="17813"/>
                    <a:pt x="2512" y="18039"/>
                  </a:cubicBezTo>
                  <a:cubicBezTo>
                    <a:pt x="2626" y="18831"/>
                    <a:pt x="2807" y="19623"/>
                    <a:pt x="3078" y="20393"/>
                  </a:cubicBezTo>
                  <a:cubicBezTo>
                    <a:pt x="3372" y="21207"/>
                    <a:pt x="4300" y="22045"/>
                    <a:pt x="5296" y="22520"/>
                  </a:cubicBezTo>
                  <a:cubicBezTo>
                    <a:pt x="5703" y="22724"/>
                    <a:pt x="5794" y="23244"/>
                    <a:pt x="5771" y="23720"/>
                  </a:cubicBezTo>
                  <a:cubicBezTo>
                    <a:pt x="5749" y="25055"/>
                    <a:pt x="5771" y="28110"/>
                    <a:pt x="5771" y="29445"/>
                  </a:cubicBezTo>
                  <a:cubicBezTo>
                    <a:pt x="5749" y="30124"/>
                    <a:pt x="5658" y="30192"/>
                    <a:pt x="5047" y="30396"/>
                  </a:cubicBezTo>
                  <a:cubicBezTo>
                    <a:pt x="4323" y="30622"/>
                    <a:pt x="2739" y="30803"/>
                    <a:pt x="2014" y="31075"/>
                  </a:cubicBezTo>
                  <a:cubicBezTo>
                    <a:pt x="1471" y="31256"/>
                    <a:pt x="1426" y="31709"/>
                    <a:pt x="1856" y="32116"/>
                  </a:cubicBezTo>
                  <a:cubicBezTo>
                    <a:pt x="1992" y="32229"/>
                    <a:pt x="2128" y="32342"/>
                    <a:pt x="2286" y="32433"/>
                  </a:cubicBezTo>
                  <a:cubicBezTo>
                    <a:pt x="5477" y="34809"/>
                    <a:pt x="8668" y="37186"/>
                    <a:pt x="11859" y="39562"/>
                  </a:cubicBezTo>
                  <a:cubicBezTo>
                    <a:pt x="12086" y="39720"/>
                    <a:pt x="12289" y="39901"/>
                    <a:pt x="12538" y="40037"/>
                  </a:cubicBezTo>
                  <a:cubicBezTo>
                    <a:pt x="12733" y="40160"/>
                    <a:pt x="12896" y="40223"/>
                    <a:pt x="13051" y="40223"/>
                  </a:cubicBezTo>
                  <a:cubicBezTo>
                    <a:pt x="13238" y="40223"/>
                    <a:pt x="13414" y="40132"/>
                    <a:pt x="13625" y="39947"/>
                  </a:cubicBezTo>
                  <a:cubicBezTo>
                    <a:pt x="13738" y="39811"/>
                    <a:pt x="13874" y="39698"/>
                    <a:pt x="13987" y="39562"/>
                  </a:cubicBezTo>
                  <a:cubicBezTo>
                    <a:pt x="16137" y="37072"/>
                    <a:pt x="18468" y="34787"/>
                    <a:pt x="20731" y="32433"/>
                  </a:cubicBezTo>
                  <a:cubicBezTo>
                    <a:pt x="21139" y="32026"/>
                    <a:pt x="21523" y="31573"/>
                    <a:pt x="21885" y="31120"/>
                  </a:cubicBezTo>
                  <a:cubicBezTo>
                    <a:pt x="22248" y="30690"/>
                    <a:pt x="22134" y="30419"/>
                    <a:pt x="21569" y="30283"/>
                  </a:cubicBezTo>
                  <a:cubicBezTo>
                    <a:pt x="19829" y="29911"/>
                    <a:pt x="18832" y="29726"/>
                    <a:pt x="18768" y="29726"/>
                  </a:cubicBezTo>
                  <a:cubicBezTo>
                    <a:pt x="18757" y="29726"/>
                    <a:pt x="18770" y="29730"/>
                    <a:pt x="18807" y="29740"/>
                  </a:cubicBezTo>
                  <a:cubicBezTo>
                    <a:pt x="18151" y="29604"/>
                    <a:pt x="16974" y="29581"/>
                    <a:pt x="16997" y="28970"/>
                  </a:cubicBezTo>
                  <a:cubicBezTo>
                    <a:pt x="17042" y="27590"/>
                    <a:pt x="17133" y="24512"/>
                    <a:pt x="17201" y="23131"/>
                  </a:cubicBezTo>
                  <a:cubicBezTo>
                    <a:pt x="17201" y="22814"/>
                    <a:pt x="17223" y="22452"/>
                    <a:pt x="17472" y="22248"/>
                  </a:cubicBezTo>
                  <a:cubicBezTo>
                    <a:pt x="18445" y="21479"/>
                    <a:pt x="19690" y="20008"/>
                    <a:pt x="19984" y="18786"/>
                  </a:cubicBezTo>
                  <a:cubicBezTo>
                    <a:pt x="20233" y="17722"/>
                    <a:pt x="20460" y="16681"/>
                    <a:pt x="20663" y="15640"/>
                  </a:cubicBezTo>
                  <a:cubicBezTo>
                    <a:pt x="20731" y="15233"/>
                    <a:pt x="20890" y="14961"/>
                    <a:pt x="21320" y="14893"/>
                  </a:cubicBezTo>
                  <a:cubicBezTo>
                    <a:pt x="21410" y="14870"/>
                    <a:pt x="21478" y="14848"/>
                    <a:pt x="21569" y="14803"/>
                  </a:cubicBezTo>
                  <a:cubicBezTo>
                    <a:pt x="22859" y="14191"/>
                    <a:pt x="22994" y="12404"/>
                    <a:pt x="21817" y="11611"/>
                  </a:cubicBezTo>
                  <a:cubicBezTo>
                    <a:pt x="21591" y="11453"/>
                    <a:pt x="21342" y="11317"/>
                    <a:pt x="21116" y="11204"/>
                  </a:cubicBezTo>
                  <a:cubicBezTo>
                    <a:pt x="21093" y="10955"/>
                    <a:pt x="21071" y="10751"/>
                    <a:pt x="21071" y="10525"/>
                  </a:cubicBezTo>
                  <a:cubicBezTo>
                    <a:pt x="21093" y="9212"/>
                    <a:pt x="20980" y="7922"/>
                    <a:pt x="20776" y="6632"/>
                  </a:cubicBezTo>
                  <a:cubicBezTo>
                    <a:pt x="20573" y="5320"/>
                    <a:pt x="20075" y="4052"/>
                    <a:pt x="19305" y="2921"/>
                  </a:cubicBezTo>
                  <a:cubicBezTo>
                    <a:pt x="18626" y="1902"/>
                    <a:pt x="17653" y="1133"/>
                    <a:pt x="16522" y="703"/>
                  </a:cubicBezTo>
                  <a:cubicBezTo>
                    <a:pt x="15379" y="237"/>
                    <a:pt x="14166" y="0"/>
                    <a:pt x="12950" y="0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3478425" y="238100"/>
              <a:ext cx="574300" cy="420175"/>
            </a:xfrm>
            <a:custGeom>
              <a:avLst/>
              <a:gdLst/>
              <a:ahLst/>
              <a:cxnLst/>
              <a:rect l="l" t="t" r="r" b="b"/>
              <a:pathLst>
                <a:path w="22972" h="16807" extrusionOk="0">
                  <a:moveTo>
                    <a:pt x="6971" y="0"/>
                  </a:moveTo>
                  <a:cubicBezTo>
                    <a:pt x="6619" y="0"/>
                    <a:pt x="6265" y="56"/>
                    <a:pt x="5907" y="182"/>
                  </a:cubicBezTo>
                  <a:cubicBezTo>
                    <a:pt x="5228" y="408"/>
                    <a:pt x="4594" y="770"/>
                    <a:pt x="4051" y="1246"/>
                  </a:cubicBezTo>
                  <a:cubicBezTo>
                    <a:pt x="2648" y="2491"/>
                    <a:pt x="2309" y="3848"/>
                    <a:pt x="2739" y="5659"/>
                  </a:cubicBezTo>
                  <a:cubicBezTo>
                    <a:pt x="2784" y="5750"/>
                    <a:pt x="2807" y="5840"/>
                    <a:pt x="2829" y="5931"/>
                  </a:cubicBezTo>
                  <a:cubicBezTo>
                    <a:pt x="2852" y="6112"/>
                    <a:pt x="2761" y="6270"/>
                    <a:pt x="2603" y="6338"/>
                  </a:cubicBezTo>
                  <a:cubicBezTo>
                    <a:pt x="2399" y="6428"/>
                    <a:pt x="2195" y="6519"/>
                    <a:pt x="2014" y="6632"/>
                  </a:cubicBezTo>
                  <a:cubicBezTo>
                    <a:pt x="226" y="7854"/>
                    <a:pt x="0" y="9778"/>
                    <a:pt x="1403" y="11362"/>
                  </a:cubicBezTo>
                  <a:cubicBezTo>
                    <a:pt x="1765" y="11770"/>
                    <a:pt x="2218" y="12109"/>
                    <a:pt x="2716" y="12335"/>
                  </a:cubicBezTo>
                  <a:cubicBezTo>
                    <a:pt x="3214" y="12584"/>
                    <a:pt x="3508" y="13105"/>
                    <a:pt x="3440" y="13625"/>
                  </a:cubicBezTo>
                  <a:cubicBezTo>
                    <a:pt x="3440" y="14259"/>
                    <a:pt x="3440" y="14870"/>
                    <a:pt x="3485" y="15504"/>
                  </a:cubicBezTo>
                  <a:cubicBezTo>
                    <a:pt x="3463" y="15776"/>
                    <a:pt x="3485" y="16047"/>
                    <a:pt x="3508" y="16319"/>
                  </a:cubicBezTo>
                  <a:cubicBezTo>
                    <a:pt x="3548" y="16597"/>
                    <a:pt x="3780" y="16806"/>
                    <a:pt x="4051" y="16806"/>
                  </a:cubicBezTo>
                  <a:cubicBezTo>
                    <a:pt x="4088" y="16806"/>
                    <a:pt x="4126" y="16802"/>
                    <a:pt x="4164" y="16794"/>
                  </a:cubicBezTo>
                  <a:cubicBezTo>
                    <a:pt x="4527" y="16794"/>
                    <a:pt x="4843" y="16545"/>
                    <a:pt x="4957" y="16206"/>
                  </a:cubicBezTo>
                  <a:cubicBezTo>
                    <a:pt x="5070" y="15776"/>
                    <a:pt x="5138" y="15346"/>
                    <a:pt x="5138" y="14893"/>
                  </a:cubicBezTo>
                  <a:cubicBezTo>
                    <a:pt x="5183" y="14463"/>
                    <a:pt x="5183" y="14010"/>
                    <a:pt x="5251" y="13580"/>
                  </a:cubicBezTo>
                  <a:cubicBezTo>
                    <a:pt x="5271" y="13380"/>
                    <a:pt x="5432" y="13233"/>
                    <a:pt x="5626" y="13233"/>
                  </a:cubicBezTo>
                  <a:cubicBezTo>
                    <a:pt x="5651" y="13233"/>
                    <a:pt x="5677" y="13236"/>
                    <a:pt x="5703" y="13241"/>
                  </a:cubicBezTo>
                  <a:cubicBezTo>
                    <a:pt x="5794" y="13241"/>
                    <a:pt x="5884" y="13241"/>
                    <a:pt x="5975" y="13263"/>
                  </a:cubicBezTo>
                  <a:cubicBezTo>
                    <a:pt x="6390" y="13297"/>
                    <a:pt x="6806" y="13313"/>
                    <a:pt x="7221" y="13313"/>
                  </a:cubicBezTo>
                  <a:cubicBezTo>
                    <a:pt x="9071" y="13313"/>
                    <a:pt x="10914" y="12986"/>
                    <a:pt x="12651" y="12358"/>
                  </a:cubicBezTo>
                  <a:cubicBezTo>
                    <a:pt x="13851" y="11951"/>
                    <a:pt x="14937" y="11385"/>
                    <a:pt x="16092" y="10887"/>
                  </a:cubicBezTo>
                  <a:cubicBezTo>
                    <a:pt x="16612" y="10638"/>
                    <a:pt x="17110" y="10366"/>
                    <a:pt x="17653" y="10140"/>
                  </a:cubicBezTo>
                  <a:cubicBezTo>
                    <a:pt x="17732" y="10100"/>
                    <a:pt x="17816" y="10082"/>
                    <a:pt x="17897" y="10082"/>
                  </a:cubicBezTo>
                  <a:cubicBezTo>
                    <a:pt x="18092" y="10082"/>
                    <a:pt x="18275" y="10190"/>
                    <a:pt x="18355" y="10366"/>
                  </a:cubicBezTo>
                  <a:cubicBezTo>
                    <a:pt x="18785" y="10955"/>
                    <a:pt x="19283" y="11453"/>
                    <a:pt x="19871" y="11860"/>
                  </a:cubicBezTo>
                  <a:cubicBezTo>
                    <a:pt x="20527" y="12358"/>
                    <a:pt x="20957" y="13082"/>
                    <a:pt x="21093" y="13897"/>
                  </a:cubicBezTo>
                  <a:cubicBezTo>
                    <a:pt x="21161" y="14327"/>
                    <a:pt x="21206" y="14734"/>
                    <a:pt x="21297" y="15164"/>
                  </a:cubicBezTo>
                  <a:cubicBezTo>
                    <a:pt x="21297" y="15523"/>
                    <a:pt x="21592" y="15803"/>
                    <a:pt x="21925" y="15803"/>
                  </a:cubicBezTo>
                  <a:cubicBezTo>
                    <a:pt x="21949" y="15803"/>
                    <a:pt x="21974" y="15801"/>
                    <a:pt x="21998" y="15798"/>
                  </a:cubicBezTo>
                  <a:cubicBezTo>
                    <a:pt x="22089" y="15798"/>
                    <a:pt x="22180" y="15798"/>
                    <a:pt x="22270" y="15776"/>
                  </a:cubicBezTo>
                  <a:cubicBezTo>
                    <a:pt x="22655" y="15776"/>
                    <a:pt x="22949" y="15481"/>
                    <a:pt x="22949" y="15097"/>
                  </a:cubicBezTo>
                  <a:cubicBezTo>
                    <a:pt x="22972" y="14780"/>
                    <a:pt x="22972" y="14440"/>
                    <a:pt x="22949" y="14101"/>
                  </a:cubicBezTo>
                  <a:cubicBezTo>
                    <a:pt x="22926" y="13082"/>
                    <a:pt x="22858" y="12064"/>
                    <a:pt x="22813" y="11023"/>
                  </a:cubicBezTo>
                  <a:lnTo>
                    <a:pt x="22813" y="11023"/>
                  </a:lnTo>
                  <a:cubicBezTo>
                    <a:pt x="22813" y="11023"/>
                    <a:pt x="22823" y="11033"/>
                    <a:pt x="22830" y="11033"/>
                  </a:cubicBezTo>
                  <a:cubicBezTo>
                    <a:pt x="22833" y="11033"/>
                    <a:pt x="22836" y="11030"/>
                    <a:pt x="22836" y="11023"/>
                  </a:cubicBezTo>
                  <a:cubicBezTo>
                    <a:pt x="22813" y="9936"/>
                    <a:pt x="22858" y="8760"/>
                    <a:pt x="22791" y="7696"/>
                  </a:cubicBezTo>
                  <a:cubicBezTo>
                    <a:pt x="22700" y="6202"/>
                    <a:pt x="22496" y="4912"/>
                    <a:pt x="21863" y="3554"/>
                  </a:cubicBezTo>
                  <a:cubicBezTo>
                    <a:pt x="21268" y="2293"/>
                    <a:pt x="20330" y="1606"/>
                    <a:pt x="19093" y="1606"/>
                  </a:cubicBezTo>
                  <a:cubicBezTo>
                    <a:pt x="18776" y="1606"/>
                    <a:pt x="18439" y="1651"/>
                    <a:pt x="18083" y="1744"/>
                  </a:cubicBezTo>
                  <a:cubicBezTo>
                    <a:pt x="17936" y="1787"/>
                    <a:pt x="17808" y="1814"/>
                    <a:pt x="17691" y="1814"/>
                  </a:cubicBezTo>
                  <a:cubicBezTo>
                    <a:pt x="17501" y="1814"/>
                    <a:pt x="17337" y="1744"/>
                    <a:pt x="17155" y="1563"/>
                  </a:cubicBezTo>
                  <a:cubicBezTo>
                    <a:pt x="17033" y="1441"/>
                    <a:pt x="16910" y="1389"/>
                    <a:pt x="16783" y="1389"/>
                  </a:cubicBezTo>
                  <a:cubicBezTo>
                    <a:pt x="16043" y="1389"/>
                    <a:pt x="15219" y="3172"/>
                    <a:pt x="14252" y="3172"/>
                  </a:cubicBezTo>
                  <a:cubicBezTo>
                    <a:pt x="14187" y="3172"/>
                    <a:pt x="14121" y="3164"/>
                    <a:pt x="14055" y="3147"/>
                  </a:cubicBezTo>
                  <a:cubicBezTo>
                    <a:pt x="11592" y="2516"/>
                    <a:pt x="9336" y="0"/>
                    <a:pt x="6971" y="0"/>
                  </a:cubicBezTo>
                  <a:close/>
                </a:path>
              </a:pathLst>
            </a:custGeom>
            <a:solidFill>
              <a:srgbClr val="AD42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3021250" y="2089800"/>
              <a:ext cx="226900" cy="92400"/>
            </a:xfrm>
            <a:custGeom>
              <a:avLst/>
              <a:gdLst/>
              <a:ahLst/>
              <a:cxnLst/>
              <a:rect l="l" t="t" r="r" b="b"/>
              <a:pathLst>
                <a:path w="9076" h="3696" extrusionOk="0">
                  <a:moveTo>
                    <a:pt x="2676" y="0"/>
                  </a:moveTo>
                  <a:cubicBezTo>
                    <a:pt x="2628" y="0"/>
                    <a:pt x="2581" y="3"/>
                    <a:pt x="2535" y="8"/>
                  </a:cubicBezTo>
                  <a:cubicBezTo>
                    <a:pt x="1336" y="143"/>
                    <a:pt x="46" y="3289"/>
                    <a:pt x="0" y="3629"/>
                  </a:cubicBezTo>
                  <a:cubicBezTo>
                    <a:pt x="0" y="3629"/>
                    <a:pt x="3000" y="3696"/>
                    <a:pt x="4972" y="3696"/>
                  </a:cubicBezTo>
                  <a:cubicBezTo>
                    <a:pt x="5563" y="3696"/>
                    <a:pt x="6062" y="3690"/>
                    <a:pt x="6360" y="3674"/>
                  </a:cubicBezTo>
                  <a:cubicBezTo>
                    <a:pt x="7650" y="3584"/>
                    <a:pt x="9076" y="2271"/>
                    <a:pt x="8646" y="1569"/>
                  </a:cubicBezTo>
                  <a:cubicBezTo>
                    <a:pt x="8518" y="1350"/>
                    <a:pt x="8238" y="1274"/>
                    <a:pt x="7912" y="1274"/>
                  </a:cubicBezTo>
                  <a:cubicBezTo>
                    <a:pt x="7198" y="1274"/>
                    <a:pt x="6270" y="1637"/>
                    <a:pt x="6270" y="1637"/>
                  </a:cubicBezTo>
                  <a:cubicBezTo>
                    <a:pt x="6270" y="1637"/>
                    <a:pt x="3940" y="0"/>
                    <a:pt x="2676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3196650" y="1118675"/>
              <a:ext cx="1122575" cy="2087300"/>
            </a:xfrm>
            <a:custGeom>
              <a:avLst/>
              <a:gdLst/>
              <a:ahLst/>
              <a:cxnLst/>
              <a:rect l="l" t="t" r="r" b="b"/>
              <a:pathLst>
                <a:path w="44903" h="83492" extrusionOk="0">
                  <a:moveTo>
                    <a:pt x="35049" y="1"/>
                  </a:moveTo>
                  <a:cubicBezTo>
                    <a:pt x="34640" y="1"/>
                    <a:pt x="34318" y="182"/>
                    <a:pt x="34016" y="605"/>
                  </a:cubicBezTo>
                  <a:cubicBezTo>
                    <a:pt x="33881" y="786"/>
                    <a:pt x="33699" y="944"/>
                    <a:pt x="33564" y="1102"/>
                  </a:cubicBezTo>
                  <a:cubicBezTo>
                    <a:pt x="31278" y="3773"/>
                    <a:pt x="28675" y="6104"/>
                    <a:pt x="26299" y="8662"/>
                  </a:cubicBezTo>
                  <a:cubicBezTo>
                    <a:pt x="26089" y="8882"/>
                    <a:pt x="25958" y="8990"/>
                    <a:pt x="25809" y="8990"/>
                  </a:cubicBezTo>
                  <a:cubicBezTo>
                    <a:pt x="25668" y="8990"/>
                    <a:pt x="25511" y="8894"/>
                    <a:pt x="25258" y="8707"/>
                  </a:cubicBezTo>
                  <a:cubicBezTo>
                    <a:pt x="23900" y="7711"/>
                    <a:pt x="22519" y="6693"/>
                    <a:pt x="21161" y="5651"/>
                  </a:cubicBezTo>
                  <a:cubicBezTo>
                    <a:pt x="19328" y="4248"/>
                    <a:pt x="17495" y="2800"/>
                    <a:pt x="15684" y="1329"/>
                  </a:cubicBezTo>
                  <a:cubicBezTo>
                    <a:pt x="15347" y="1008"/>
                    <a:pt x="14884" y="839"/>
                    <a:pt x="14417" y="839"/>
                  </a:cubicBezTo>
                  <a:cubicBezTo>
                    <a:pt x="14257" y="839"/>
                    <a:pt x="14097" y="858"/>
                    <a:pt x="13942" y="899"/>
                  </a:cubicBezTo>
                  <a:cubicBezTo>
                    <a:pt x="12086" y="1419"/>
                    <a:pt x="10366" y="1691"/>
                    <a:pt x="8555" y="2370"/>
                  </a:cubicBezTo>
                  <a:cubicBezTo>
                    <a:pt x="8012" y="2573"/>
                    <a:pt x="4889" y="3230"/>
                    <a:pt x="4889" y="4927"/>
                  </a:cubicBezTo>
                  <a:cubicBezTo>
                    <a:pt x="4889" y="9182"/>
                    <a:pt x="4844" y="13957"/>
                    <a:pt x="4595" y="18212"/>
                  </a:cubicBezTo>
                  <a:cubicBezTo>
                    <a:pt x="4300" y="23599"/>
                    <a:pt x="4730" y="29325"/>
                    <a:pt x="4300" y="34688"/>
                  </a:cubicBezTo>
                  <a:cubicBezTo>
                    <a:pt x="4165" y="36159"/>
                    <a:pt x="3984" y="37631"/>
                    <a:pt x="3735" y="39079"/>
                  </a:cubicBezTo>
                  <a:cubicBezTo>
                    <a:pt x="3214" y="42044"/>
                    <a:pt x="3146" y="44692"/>
                    <a:pt x="2626" y="47634"/>
                  </a:cubicBezTo>
                  <a:cubicBezTo>
                    <a:pt x="2083" y="50553"/>
                    <a:pt x="3282" y="54016"/>
                    <a:pt x="2784" y="56936"/>
                  </a:cubicBezTo>
                  <a:cubicBezTo>
                    <a:pt x="2490" y="58791"/>
                    <a:pt x="2286" y="60670"/>
                    <a:pt x="1969" y="62526"/>
                  </a:cubicBezTo>
                  <a:cubicBezTo>
                    <a:pt x="1155" y="67256"/>
                    <a:pt x="589" y="72009"/>
                    <a:pt x="227" y="76784"/>
                  </a:cubicBezTo>
                  <a:cubicBezTo>
                    <a:pt x="136" y="77780"/>
                    <a:pt x="136" y="78753"/>
                    <a:pt x="68" y="79749"/>
                  </a:cubicBezTo>
                  <a:cubicBezTo>
                    <a:pt x="0" y="80405"/>
                    <a:pt x="385" y="81016"/>
                    <a:pt x="996" y="81220"/>
                  </a:cubicBezTo>
                  <a:cubicBezTo>
                    <a:pt x="1381" y="81378"/>
                    <a:pt x="1766" y="81491"/>
                    <a:pt x="2150" y="81582"/>
                  </a:cubicBezTo>
                  <a:cubicBezTo>
                    <a:pt x="4685" y="82148"/>
                    <a:pt x="7265" y="82487"/>
                    <a:pt x="9868" y="82668"/>
                  </a:cubicBezTo>
                  <a:cubicBezTo>
                    <a:pt x="11973" y="82804"/>
                    <a:pt x="14055" y="82962"/>
                    <a:pt x="16160" y="83053"/>
                  </a:cubicBezTo>
                  <a:cubicBezTo>
                    <a:pt x="17744" y="83144"/>
                    <a:pt x="19306" y="83166"/>
                    <a:pt x="20867" y="83211"/>
                  </a:cubicBezTo>
                  <a:cubicBezTo>
                    <a:pt x="21478" y="83234"/>
                    <a:pt x="25077" y="83438"/>
                    <a:pt x="26140" y="83460"/>
                  </a:cubicBezTo>
                  <a:cubicBezTo>
                    <a:pt x="26638" y="83481"/>
                    <a:pt x="27137" y="83492"/>
                    <a:pt x="27638" y="83492"/>
                  </a:cubicBezTo>
                  <a:cubicBezTo>
                    <a:pt x="28754" y="83492"/>
                    <a:pt x="29874" y="83441"/>
                    <a:pt x="30984" y="83347"/>
                  </a:cubicBezTo>
                  <a:cubicBezTo>
                    <a:pt x="32749" y="83189"/>
                    <a:pt x="34537" y="83030"/>
                    <a:pt x="36325" y="82895"/>
                  </a:cubicBezTo>
                  <a:cubicBezTo>
                    <a:pt x="38520" y="82736"/>
                    <a:pt x="40715" y="82578"/>
                    <a:pt x="42911" y="82397"/>
                  </a:cubicBezTo>
                  <a:cubicBezTo>
                    <a:pt x="43295" y="82397"/>
                    <a:pt x="43703" y="82329"/>
                    <a:pt x="44088" y="82193"/>
                  </a:cubicBezTo>
                  <a:cubicBezTo>
                    <a:pt x="44540" y="82057"/>
                    <a:pt x="44857" y="81672"/>
                    <a:pt x="44880" y="81197"/>
                  </a:cubicBezTo>
                  <a:cubicBezTo>
                    <a:pt x="44902" y="80767"/>
                    <a:pt x="44902" y="80315"/>
                    <a:pt x="44902" y="79862"/>
                  </a:cubicBezTo>
                  <a:cubicBezTo>
                    <a:pt x="44857" y="76196"/>
                    <a:pt x="44608" y="72529"/>
                    <a:pt x="44269" y="68863"/>
                  </a:cubicBezTo>
                  <a:cubicBezTo>
                    <a:pt x="44133" y="67392"/>
                    <a:pt x="44088" y="65898"/>
                    <a:pt x="43907" y="64449"/>
                  </a:cubicBezTo>
                  <a:cubicBezTo>
                    <a:pt x="43386" y="60217"/>
                    <a:pt x="42820" y="56008"/>
                    <a:pt x="42322" y="51776"/>
                  </a:cubicBezTo>
                  <a:cubicBezTo>
                    <a:pt x="41892" y="48177"/>
                    <a:pt x="41711" y="44533"/>
                    <a:pt x="41779" y="40912"/>
                  </a:cubicBezTo>
                  <a:cubicBezTo>
                    <a:pt x="41824" y="37404"/>
                    <a:pt x="41938" y="33919"/>
                    <a:pt x="42164" y="30434"/>
                  </a:cubicBezTo>
                  <a:cubicBezTo>
                    <a:pt x="42254" y="28827"/>
                    <a:pt x="42368" y="27242"/>
                    <a:pt x="42458" y="25636"/>
                  </a:cubicBezTo>
                  <a:lnTo>
                    <a:pt x="43069" y="2777"/>
                  </a:lnTo>
                  <a:cubicBezTo>
                    <a:pt x="40693" y="1713"/>
                    <a:pt x="38203" y="967"/>
                    <a:pt x="35736" y="129"/>
                  </a:cubicBezTo>
                  <a:cubicBezTo>
                    <a:pt x="35480" y="46"/>
                    <a:pt x="35254" y="1"/>
                    <a:pt x="35049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3519725" y="1114025"/>
              <a:ext cx="611075" cy="297075"/>
            </a:xfrm>
            <a:custGeom>
              <a:avLst/>
              <a:gdLst/>
              <a:ahLst/>
              <a:cxnLst/>
              <a:rect l="l" t="t" r="r" b="b"/>
              <a:pathLst>
                <a:path w="24443" h="11883" extrusionOk="0">
                  <a:moveTo>
                    <a:pt x="22064" y="0"/>
                  </a:moveTo>
                  <a:cubicBezTo>
                    <a:pt x="21673" y="0"/>
                    <a:pt x="21319" y="185"/>
                    <a:pt x="20980" y="564"/>
                  </a:cubicBezTo>
                  <a:cubicBezTo>
                    <a:pt x="20052" y="1605"/>
                    <a:pt x="19079" y="2578"/>
                    <a:pt x="18174" y="3642"/>
                  </a:cubicBezTo>
                  <a:cubicBezTo>
                    <a:pt x="16680" y="5407"/>
                    <a:pt x="15028" y="7060"/>
                    <a:pt x="13398" y="8712"/>
                  </a:cubicBezTo>
                  <a:cubicBezTo>
                    <a:pt x="13240" y="8938"/>
                    <a:pt x="12991" y="9096"/>
                    <a:pt x="12742" y="9187"/>
                  </a:cubicBezTo>
                  <a:cubicBezTo>
                    <a:pt x="12629" y="9142"/>
                    <a:pt x="12516" y="9096"/>
                    <a:pt x="12403" y="9029"/>
                  </a:cubicBezTo>
                  <a:cubicBezTo>
                    <a:pt x="9212" y="6562"/>
                    <a:pt x="5975" y="4163"/>
                    <a:pt x="2897" y="1515"/>
                  </a:cubicBezTo>
                  <a:cubicBezTo>
                    <a:pt x="2603" y="1266"/>
                    <a:pt x="2286" y="1017"/>
                    <a:pt x="1969" y="768"/>
                  </a:cubicBezTo>
                  <a:cubicBezTo>
                    <a:pt x="1850" y="664"/>
                    <a:pt x="1702" y="609"/>
                    <a:pt x="1557" y="609"/>
                  </a:cubicBezTo>
                  <a:cubicBezTo>
                    <a:pt x="1481" y="609"/>
                    <a:pt x="1405" y="624"/>
                    <a:pt x="1336" y="655"/>
                  </a:cubicBezTo>
                  <a:cubicBezTo>
                    <a:pt x="906" y="791"/>
                    <a:pt x="498" y="1017"/>
                    <a:pt x="159" y="1311"/>
                  </a:cubicBezTo>
                  <a:cubicBezTo>
                    <a:pt x="23" y="1424"/>
                    <a:pt x="0" y="1628"/>
                    <a:pt x="113" y="1786"/>
                  </a:cubicBezTo>
                  <a:cubicBezTo>
                    <a:pt x="204" y="1945"/>
                    <a:pt x="294" y="2081"/>
                    <a:pt x="408" y="2216"/>
                  </a:cubicBezTo>
                  <a:cubicBezTo>
                    <a:pt x="1947" y="4117"/>
                    <a:pt x="8035" y="8870"/>
                    <a:pt x="11226" y="11314"/>
                  </a:cubicBezTo>
                  <a:cubicBezTo>
                    <a:pt x="11720" y="11697"/>
                    <a:pt x="12303" y="11883"/>
                    <a:pt x="12885" y="11883"/>
                  </a:cubicBezTo>
                  <a:cubicBezTo>
                    <a:pt x="13609" y="11883"/>
                    <a:pt x="14330" y="11595"/>
                    <a:pt x="14870" y="11043"/>
                  </a:cubicBezTo>
                  <a:cubicBezTo>
                    <a:pt x="17902" y="7829"/>
                    <a:pt x="23990" y="1379"/>
                    <a:pt x="24194" y="994"/>
                  </a:cubicBezTo>
                  <a:cubicBezTo>
                    <a:pt x="24443" y="564"/>
                    <a:pt x="23787" y="677"/>
                    <a:pt x="23402" y="474"/>
                  </a:cubicBezTo>
                  <a:cubicBezTo>
                    <a:pt x="23243" y="383"/>
                    <a:pt x="23062" y="315"/>
                    <a:pt x="22904" y="247"/>
                  </a:cubicBezTo>
                  <a:cubicBezTo>
                    <a:pt x="22604" y="84"/>
                    <a:pt x="22326" y="0"/>
                    <a:pt x="22064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3124225" y="1912550"/>
              <a:ext cx="922275" cy="667500"/>
            </a:xfrm>
            <a:custGeom>
              <a:avLst/>
              <a:gdLst/>
              <a:ahLst/>
              <a:cxnLst/>
              <a:rect l="l" t="t" r="r" b="b"/>
              <a:pathLst>
                <a:path w="36891" h="26700" extrusionOk="0">
                  <a:moveTo>
                    <a:pt x="35096" y="0"/>
                  </a:moveTo>
                  <a:cubicBezTo>
                    <a:pt x="34960" y="0"/>
                    <a:pt x="34798" y="6"/>
                    <a:pt x="34605" y="14"/>
                  </a:cubicBezTo>
                  <a:cubicBezTo>
                    <a:pt x="32183" y="104"/>
                    <a:pt x="29762" y="218"/>
                    <a:pt x="27363" y="308"/>
                  </a:cubicBezTo>
                  <a:lnTo>
                    <a:pt x="17970" y="715"/>
                  </a:lnTo>
                  <a:lnTo>
                    <a:pt x="17970" y="738"/>
                  </a:lnTo>
                  <a:cubicBezTo>
                    <a:pt x="15187" y="874"/>
                    <a:pt x="12425" y="987"/>
                    <a:pt x="9642" y="1123"/>
                  </a:cubicBezTo>
                  <a:cubicBezTo>
                    <a:pt x="6700" y="1236"/>
                    <a:pt x="3735" y="1349"/>
                    <a:pt x="793" y="1485"/>
                  </a:cubicBezTo>
                  <a:cubicBezTo>
                    <a:pt x="136" y="1508"/>
                    <a:pt x="0" y="1643"/>
                    <a:pt x="23" y="2300"/>
                  </a:cubicBezTo>
                  <a:cubicBezTo>
                    <a:pt x="68" y="3884"/>
                    <a:pt x="159" y="5446"/>
                    <a:pt x="227" y="7007"/>
                  </a:cubicBezTo>
                  <a:cubicBezTo>
                    <a:pt x="453" y="12416"/>
                    <a:pt x="679" y="17825"/>
                    <a:pt x="928" y="23234"/>
                  </a:cubicBezTo>
                  <a:cubicBezTo>
                    <a:pt x="974" y="24140"/>
                    <a:pt x="1019" y="25022"/>
                    <a:pt x="1087" y="25928"/>
                  </a:cubicBezTo>
                  <a:cubicBezTo>
                    <a:pt x="1128" y="26570"/>
                    <a:pt x="1208" y="26700"/>
                    <a:pt x="1725" y="26700"/>
                  </a:cubicBezTo>
                  <a:cubicBezTo>
                    <a:pt x="1772" y="26700"/>
                    <a:pt x="1824" y="26699"/>
                    <a:pt x="1879" y="26697"/>
                  </a:cubicBezTo>
                  <a:cubicBezTo>
                    <a:pt x="3237" y="26652"/>
                    <a:pt x="4572" y="26584"/>
                    <a:pt x="5907" y="26516"/>
                  </a:cubicBezTo>
                  <a:cubicBezTo>
                    <a:pt x="9981" y="26335"/>
                    <a:pt x="14055" y="26154"/>
                    <a:pt x="18129" y="25973"/>
                  </a:cubicBezTo>
                  <a:cubicBezTo>
                    <a:pt x="23447" y="25746"/>
                    <a:pt x="28766" y="25520"/>
                    <a:pt x="34084" y="25294"/>
                  </a:cubicBezTo>
                  <a:cubicBezTo>
                    <a:pt x="34763" y="25249"/>
                    <a:pt x="35442" y="25226"/>
                    <a:pt x="36099" y="25158"/>
                  </a:cubicBezTo>
                  <a:cubicBezTo>
                    <a:pt x="36800" y="25113"/>
                    <a:pt x="36891" y="25022"/>
                    <a:pt x="36891" y="24366"/>
                  </a:cubicBezTo>
                  <a:cubicBezTo>
                    <a:pt x="36891" y="23868"/>
                    <a:pt x="36868" y="23370"/>
                    <a:pt x="36845" y="22895"/>
                  </a:cubicBezTo>
                  <a:cubicBezTo>
                    <a:pt x="36710" y="19749"/>
                    <a:pt x="36551" y="16626"/>
                    <a:pt x="36393" y="13503"/>
                  </a:cubicBezTo>
                  <a:cubicBezTo>
                    <a:pt x="36212" y="9383"/>
                    <a:pt x="36031" y="5264"/>
                    <a:pt x="35850" y="1145"/>
                  </a:cubicBezTo>
                  <a:cubicBezTo>
                    <a:pt x="35812" y="162"/>
                    <a:pt x="35790" y="0"/>
                    <a:pt x="35096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3232850" y="2034775"/>
              <a:ext cx="277275" cy="430525"/>
            </a:xfrm>
            <a:custGeom>
              <a:avLst/>
              <a:gdLst/>
              <a:ahLst/>
              <a:cxnLst/>
              <a:rect l="l" t="t" r="r" b="b"/>
              <a:pathLst>
                <a:path w="11091" h="17221" extrusionOk="0">
                  <a:moveTo>
                    <a:pt x="7874" y="0"/>
                  </a:moveTo>
                  <a:cubicBezTo>
                    <a:pt x="7784" y="0"/>
                    <a:pt x="7695" y="5"/>
                    <a:pt x="7605" y="13"/>
                  </a:cubicBezTo>
                  <a:cubicBezTo>
                    <a:pt x="5772" y="59"/>
                    <a:pt x="4550" y="466"/>
                    <a:pt x="3373" y="1620"/>
                  </a:cubicBezTo>
                  <a:cubicBezTo>
                    <a:pt x="2196" y="2797"/>
                    <a:pt x="1313" y="4246"/>
                    <a:pt x="816" y="5830"/>
                  </a:cubicBezTo>
                  <a:cubicBezTo>
                    <a:pt x="137" y="8002"/>
                    <a:pt x="69" y="10266"/>
                    <a:pt x="23" y="12506"/>
                  </a:cubicBezTo>
                  <a:cubicBezTo>
                    <a:pt x="23" y="13525"/>
                    <a:pt x="1" y="14543"/>
                    <a:pt x="272" y="15516"/>
                  </a:cubicBezTo>
                  <a:cubicBezTo>
                    <a:pt x="363" y="15833"/>
                    <a:pt x="476" y="16127"/>
                    <a:pt x="635" y="16422"/>
                  </a:cubicBezTo>
                  <a:cubicBezTo>
                    <a:pt x="913" y="16937"/>
                    <a:pt x="1525" y="17221"/>
                    <a:pt x="2166" y="17221"/>
                  </a:cubicBezTo>
                  <a:cubicBezTo>
                    <a:pt x="2567" y="17221"/>
                    <a:pt x="2979" y="17109"/>
                    <a:pt x="3328" y="16874"/>
                  </a:cubicBezTo>
                  <a:cubicBezTo>
                    <a:pt x="4247" y="16284"/>
                    <a:pt x="5334" y="15968"/>
                    <a:pt x="6449" y="15968"/>
                  </a:cubicBezTo>
                  <a:cubicBezTo>
                    <a:pt x="6487" y="15968"/>
                    <a:pt x="6526" y="15968"/>
                    <a:pt x="6564" y="15969"/>
                  </a:cubicBezTo>
                  <a:cubicBezTo>
                    <a:pt x="7105" y="15989"/>
                    <a:pt x="7673" y="16084"/>
                    <a:pt x="8218" y="16084"/>
                  </a:cubicBezTo>
                  <a:cubicBezTo>
                    <a:pt x="8904" y="16084"/>
                    <a:pt x="9555" y="15933"/>
                    <a:pt x="10072" y="15290"/>
                  </a:cubicBezTo>
                  <a:cubicBezTo>
                    <a:pt x="10321" y="14973"/>
                    <a:pt x="10502" y="14588"/>
                    <a:pt x="10547" y="14181"/>
                  </a:cubicBezTo>
                  <a:cubicBezTo>
                    <a:pt x="11091" y="10288"/>
                    <a:pt x="11045" y="6350"/>
                    <a:pt x="10457" y="2480"/>
                  </a:cubicBezTo>
                  <a:cubicBezTo>
                    <a:pt x="10366" y="1779"/>
                    <a:pt x="10208" y="1032"/>
                    <a:pt x="9597" y="534"/>
                  </a:cubicBezTo>
                  <a:cubicBezTo>
                    <a:pt x="9084" y="198"/>
                    <a:pt x="8484" y="0"/>
                    <a:pt x="7874" y="0"/>
                  </a:cubicBez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 rot="-1640950">
              <a:off x="3498658" y="2140552"/>
              <a:ext cx="88848" cy="72448"/>
            </a:xfrm>
            <a:custGeom>
              <a:avLst/>
              <a:gdLst/>
              <a:ahLst/>
              <a:cxnLst/>
              <a:rect l="l" t="t" r="r" b="b"/>
              <a:pathLst>
                <a:path w="3554" h="2898" extrusionOk="0">
                  <a:moveTo>
                    <a:pt x="3056" y="1"/>
                  </a:moveTo>
                  <a:lnTo>
                    <a:pt x="0" y="2490"/>
                  </a:lnTo>
                  <a:lnTo>
                    <a:pt x="521" y="2898"/>
                  </a:lnTo>
                  <a:lnTo>
                    <a:pt x="3554" y="431"/>
                  </a:lnTo>
                  <a:lnTo>
                    <a:pt x="3056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3651550" y="2012450"/>
              <a:ext cx="302725" cy="409600"/>
            </a:xfrm>
            <a:custGeom>
              <a:avLst/>
              <a:gdLst/>
              <a:ahLst/>
              <a:cxnLst/>
              <a:rect l="l" t="t" r="r" b="b"/>
              <a:pathLst>
                <a:path w="12109" h="16384" extrusionOk="0">
                  <a:moveTo>
                    <a:pt x="3651" y="1"/>
                  </a:moveTo>
                  <a:cubicBezTo>
                    <a:pt x="3300" y="1"/>
                    <a:pt x="2930" y="25"/>
                    <a:pt x="2535" y="69"/>
                  </a:cubicBezTo>
                  <a:cubicBezTo>
                    <a:pt x="1834" y="114"/>
                    <a:pt x="1177" y="408"/>
                    <a:pt x="657" y="884"/>
                  </a:cubicBezTo>
                  <a:cubicBezTo>
                    <a:pt x="114" y="1450"/>
                    <a:pt x="68" y="2219"/>
                    <a:pt x="46" y="2921"/>
                  </a:cubicBezTo>
                  <a:cubicBezTo>
                    <a:pt x="1" y="6836"/>
                    <a:pt x="544" y="10751"/>
                    <a:pt x="1607" y="14531"/>
                  </a:cubicBezTo>
                  <a:cubicBezTo>
                    <a:pt x="1721" y="14916"/>
                    <a:pt x="1947" y="15278"/>
                    <a:pt x="2241" y="15549"/>
                  </a:cubicBezTo>
                  <a:cubicBezTo>
                    <a:pt x="2703" y="15973"/>
                    <a:pt x="3198" y="16110"/>
                    <a:pt x="3709" y="16110"/>
                  </a:cubicBezTo>
                  <a:cubicBezTo>
                    <a:pt x="4398" y="16110"/>
                    <a:pt x="5115" y="15860"/>
                    <a:pt x="5817" y="15730"/>
                  </a:cubicBezTo>
                  <a:cubicBezTo>
                    <a:pt x="6121" y="15682"/>
                    <a:pt x="6428" y="15657"/>
                    <a:pt x="6733" y="15657"/>
                  </a:cubicBezTo>
                  <a:cubicBezTo>
                    <a:pt x="7562" y="15657"/>
                    <a:pt x="8383" y="15836"/>
                    <a:pt x="9144" y="16183"/>
                  </a:cubicBezTo>
                  <a:cubicBezTo>
                    <a:pt x="9423" y="16319"/>
                    <a:pt x="9731" y="16383"/>
                    <a:pt x="10035" y="16383"/>
                  </a:cubicBezTo>
                  <a:cubicBezTo>
                    <a:pt x="10789" y="16383"/>
                    <a:pt x="11521" y="15991"/>
                    <a:pt x="11747" y="15346"/>
                  </a:cubicBezTo>
                  <a:cubicBezTo>
                    <a:pt x="11860" y="15029"/>
                    <a:pt x="11928" y="14735"/>
                    <a:pt x="11973" y="14418"/>
                  </a:cubicBezTo>
                  <a:cubicBezTo>
                    <a:pt x="12109" y="13399"/>
                    <a:pt x="11950" y="12381"/>
                    <a:pt x="11792" y="11385"/>
                  </a:cubicBezTo>
                  <a:cubicBezTo>
                    <a:pt x="11430" y="9190"/>
                    <a:pt x="11068" y="6949"/>
                    <a:pt x="10072" y="4890"/>
                  </a:cubicBezTo>
                  <a:cubicBezTo>
                    <a:pt x="9348" y="3373"/>
                    <a:pt x="8284" y="2083"/>
                    <a:pt x="6971" y="1087"/>
                  </a:cubicBezTo>
                  <a:cubicBezTo>
                    <a:pt x="5927" y="309"/>
                    <a:pt x="4911" y="1"/>
                    <a:pt x="3651" y="1"/>
                  </a:cubicBez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 rot="1277825">
              <a:off x="3568973" y="2138476"/>
              <a:ext cx="95099" cy="62824"/>
            </a:xfrm>
            <a:custGeom>
              <a:avLst/>
              <a:gdLst/>
              <a:ahLst/>
              <a:cxnLst/>
              <a:rect l="l" t="t" r="r" b="b"/>
              <a:pathLst>
                <a:path w="3804" h="2513" extrusionOk="0">
                  <a:moveTo>
                    <a:pt x="454" y="0"/>
                  </a:moveTo>
                  <a:lnTo>
                    <a:pt x="1" y="475"/>
                  </a:lnTo>
                  <a:lnTo>
                    <a:pt x="3350" y="2512"/>
                  </a:lnTo>
                  <a:lnTo>
                    <a:pt x="3803" y="2014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3551975" y="2086575"/>
              <a:ext cx="44725" cy="26050"/>
            </a:xfrm>
            <a:custGeom>
              <a:avLst/>
              <a:gdLst/>
              <a:ahLst/>
              <a:cxnLst/>
              <a:rect l="l" t="t" r="r" b="b"/>
              <a:pathLst>
                <a:path w="1789" h="1042" extrusionOk="0">
                  <a:moveTo>
                    <a:pt x="1743" y="1"/>
                  </a:moveTo>
                  <a:lnTo>
                    <a:pt x="0" y="114"/>
                  </a:lnTo>
                  <a:lnTo>
                    <a:pt x="68" y="1042"/>
                  </a:lnTo>
                  <a:lnTo>
                    <a:pt x="1788" y="906"/>
                  </a:lnTo>
                  <a:lnTo>
                    <a:pt x="1743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3548575" y="2040750"/>
              <a:ext cx="45300" cy="25500"/>
            </a:xfrm>
            <a:custGeom>
              <a:avLst/>
              <a:gdLst/>
              <a:ahLst/>
              <a:cxnLst/>
              <a:rect l="l" t="t" r="r" b="b"/>
              <a:pathLst>
                <a:path w="1812" h="1020" extrusionOk="0">
                  <a:moveTo>
                    <a:pt x="1743" y="1"/>
                  </a:moveTo>
                  <a:lnTo>
                    <a:pt x="1" y="114"/>
                  </a:lnTo>
                  <a:lnTo>
                    <a:pt x="68" y="1019"/>
                  </a:lnTo>
                  <a:lnTo>
                    <a:pt x="1811" y="906"/>
                  </a:lnTo>
                  <a:lnTo>
                    <a:pt x="1743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3545750" y="1998875"/>
              <a:ext cx="44725" cy="25500"/>
            </a:xfrm>
            <a:custGeom>
              <a:avLst/>
              <a:gdLst/>
              <a:ahLst/>
              <a:cxnLst/>
              <a:rect l="l" t="t" r="r" b="b"/>
              <a:pathLst>
                <a:path w="1789" h="1020" extrusionOk="0">
                  <a:moveTo>
                    <a:pt x="1743" y="1"/>
                  </a:moveTo>
                  <a:lnTo>
                    <a:pt x="0" y="114"/>
                  </a:lnTo>
                  <a:lnTo>
                    <a:pt x="68" y="1019"/>
                  </a:lnTo>
                  <a:lnTo>
                    <a:pt x="1788" y="906"/>
                  </a:lnTo>
                  <a:lnTo>
                    <a:pt x="1743" y="1"/>
                  </a:lnTo>
                  <a:close/>
                </a:path>
              </a:pathLst>
            </a:custGeom>
            <a:solidFill>
              <a:srgbClr val="FFFFFF">
                <a:alpha val="1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3708700" y="673225"/>
              <a:ext cx="39625" cy="39050"/>
            </a:xfrm>
            <a:custGeom>
              <a:avLst/>
              <a:gdLst/>
              <a:ahLst/>
              <a:cxnLst/>
              <a:rect l="l" t="t" r="r" b="b"/>
              <a:pathLst>
                <a:path w="1585" h="1562" extrusionOk="0">
                  <a:moveTo>
                    <a:pt x="770" y="0"/>
                  </a:moveTo>
                  <a:cubicBezTo>
                    <a:pt x="566" y="23"/>
                    <a:pt x="385" y="91"/>
                    <a:pt x="227" y="249"/>
                  </a:cubicBezTo>
                  <a:cubicBezTo>
                    <a:pt x="159" y="317"/>
                    <a:pt x="91" y="407"/>
                    <a:pt x="68" y="498"/>
                  </a:cubicBezTo>
                  <a:cubicBezTo>
                    <a:pt x="23" y="588"/>
                    <a:pt x="0" y="702"/>
                    <a:pt x="23" y="792"/>
                  </a:cubicBezTo>
                  <a:cubicBezTo>
                    <a:pt x="23" y="860"/>
                    <a:pt x="23" y="928"/>
                    <a:pt x="46" y="996"/>
                  </a:cubicBezTo>
                  <a:cubicBezTo>
                    <a:pt x="91" y="1132"/>
                    <a:pt x="159" y="1245"/>
                    <a:pt x="249" y="1358"/>
                  </a:cubicBezTo>
                  <a:cubicBezTo>
                    <a:pt x="317" y="1403"/>
                    <a:pt x="362" y="1426"/>
                    <a:pt x="430" y="1471"/>
                  </a:cubicBezTo>
                  <a:cubicBezTo>
                    <a:pt x="544" y="1539"/>
                    <a:pt x="679" y="1562"/>
                    <a:pt x="815" y="1562"/>
                  </a:cubicBezTo>
                  <a:cubicBezTo>
                    <a:pt x="1245" y="1539"/>
                    <a:pt x="1585" y="1200"/>
                    <a:pt x="1585" y="770"/>
                  </a:cubicBezTo>
                  <a:lnTo>
                    <a:pt x="1562" y="566"/>
                  </a:lnTo>
                  <a:cubicBezTo>
                    <a:pt x="1517" y="430"/>
                    <a:pt x="1449" y="317"/>
                    <a:pt x="1336" y="226"/>
                  </a:cubicBezTo>
                  <a:lnTo>
                    <a:pt x="1177" y="91"/>
                  </a:lnTo>
                  <a:cubicBezTo>
                    <a:pt x="1041" y="23"/>
                    <a:pt x="906" y="0"/>
                    <a:pt x="770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3873350" y="667550"/>
              <a:ext cx="39625" cy="39075"/>
            </a:xfrm>
            <a:custGeom>
              <a:avLst/>
              <a:gdLst/>
              <a:ahLst/>
              <a:cxnLst/>
              <a:rect l="l" t="t" r="r" b="b"/>
              <a:pathLst>
                <a:path w="1585" h="1563" extrusionOk="0">
                  <a:moveTo>
                    <a:pt x="770" y="1"/>
                  </a:moveTo>
                  <a:cubicBezTo>
                    <a:pt x="657" y="1"/>
                    <a:pt x="566" y="23"/>
                    <a:pt x="476" y="69"/>
                  </a:cubicBezTo>
                  <a:cubicBezTo>
                    <a:pt x="385" y="114"/>
                    <a:pt x="295" y="159"/>
                    <a:pt x="227" y="250"/>
                  </a:cubicBezTo>
                  <a:cubicBezTo>
                    <a:pt x="136" y="318"/>
                    <a:pt x="91" y="408"/>
                    <a:pt x="46" y="499"/>
                  </a:cubicBezTo>
                  <a:cubicBezTo>
                    <a:pt x="0" y="589"/>
                    <a:pt x="0" y="702"/>
                    <a:pt x="0" y="793"/>
                  </a:cubicBezTo>
                  <a:cubicBezTo>
                    <a:pt x="0" y="861"/>
                    <a:pt x="23" y="929"/>
                    <a:pt x="23" y="997"/>
                  </a:cubicBezTo>
                  <a:cubicBezTo>
                    <a:pt x="68" y="1132"/>
                    <a:pt x="136" y="1245"/>
                    <a:pt x="249" y="1359"/>
                  </a:cubicBezTo>
                  <a:lnTo>
                    <a:pt x="408" y="1472"/>
                  </a:lnTo>
                  <a:cubicBezTo>
                    <a:pt x="521" y="1540"/>
                    <a:pt x="657" y="1562"/>
                    <a:pt x="792" y="1562"/>
                  </a:cubicBezTo>
                  <a:cubicBezTo>
                    <a:pt x="906" y="1562"/>
                    <a:pt x="996" y="1540"/>
                    <a:pt x="1087" y="1494"/>
                  </a:cubicBezTo>
                  <a:cubicBezTo>
                    <a:pt x="1290" y="1427"/>
                    <a:pt x="1449" y="1268"/>
                    <a:pt x="1517" y="1064"/>
                  </a:cubicBezTo>
                  <a:cubicBezTo>
                    <a:pt x="1562" y="974"/>
                    <a:pt x="1585" y="861"/>
                    <a:pt x="1562" y="770"/>
                  </a:cubicBezTo>
                  <a:cubicBezTo>
                    <a:pt x="1562" y="702"/>
                    <a:pt x="1539" y="634"/>
                    <a:pt x="1539" y="567"/>
                  </a:cubicBezTo>
                  <a:cubicBezTo>
                    <a:pt x="1494" y="431"/>
                    <a:pt x="1426" y="318"/>
                    <a:pt x="1336" y="227"/>
                  </a:cubicBezTo>
                  <a:lnTo>
                    <a:pt x="1155" y="91"/>
                  </a:lnTo>
                  <a:cubicBezTo>
                    <a:pt x="1041" y="23"/>
                    <a:pt x="906" y="1"/>
                    <a:pt x="770" y="1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1"/>
            <p:cNvSpPr/>
            <p:nvPr/>
          </p:nvSpPr>
          <p:spPr>
            <a:xfrm>
              <a:off x="3760750" y="798825"/>
              <a:ext cx="113750" cy="55575"/>
            </a:xfrm>
            <a:custGeom>
              <a:avLst/>
              <a:gdLst/>
              <a:ahLst/>
              <a:cxnLst/>
              <a:rect l="l" t="t" r="r" b="b"/>
              <a:pathLst>
                <a:path w="4550" h="2223" extrusionOk="0">
                  <a:moveTo>
                    <a:pt x="4550" y="0"/>
                  </a:moveTo>
                  <a:cubicBezTo>
                    <a:pt x="4549" y="0"/>
                    <a:pt x="3237" y="792"/>
                    <a:pt x="1924" y="792"/>
                  </a:cubicBezTo>
                  <a:cubicBezTo>
                    <a:pt x="1851" y="798"/>
                    <a:pt x="1777" y="800"/>
                    <a:pt x="1703" y="800"/>
                  </a:cubicBezTo>
                  <a:cubicBezTo>
                    <a:pt x="1117" y="800"/>
                    <a:pt x="523" y="641"/>
                    <a:pt x="1" y="340"/>
                  </a:cubicBezTo>
                  <a:lnTo>
                    <a:pt x="1" y="340"/>
                  </a:lnTo>
                  <a:cubicBezTo>
                    <a:pt x="109" y="1427"/>
                    <a:pt x="1012" y="2222"/>
                    <a:pt x="2087" y="2222"/>
                  </a:cubicBezTo>
                  <a:cubicBezTo>
                    <a:pt x="2131" y="2222"/>
                    <a:pt x="2174" y="2221"/>
                    <a:pt x="2218" y="2218"/>
                  </a:cubicBezTo>
                  <a:cubicBezTo>
                    <a:pt x="2229" y="2218"/>
                    <a:pt x="2239" y="2218"/>
                    <a:pt x="2249" y="2218"/>
                  </a:cubicBezTo>
                  <a:cubicBezTo>
                    <a:pt x="4258" y="2218"/>
                    <a:pt x="4550" y="1"/>
                    <a:pt x="4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1"/>
            <p:cNvSpPr/>
            <p:nvPr/>
          </p:nvSpPr>
          <p:spPr>
            <a:xfrm>
              <a:off x="3771500" y="625175"/>
              <a:ext cx="43600" cy="146300"/>
            </a:xfrm>
            <a:custGeom>
              <a:avLst/>
              <a:gdLst/>
              <a:ahLst/>
              <a:cxnLst/>
              <a:rect l="l" t="t" r="r" b="b"/>
              <a:pathLst>
                <a:path w="1744" h="5852" extrusionOk="0">
                  <a:moveTo>
                    <a:pt x="980" y="1"/>
                  </a:moveTo>
                  <a:cubicBezTo>
                    <a:pt x="931" y="1"/>
                    <a:pt x="883" y="44"/>
                    <a:pt x="883" y="111"/>
                  </a:cubicBezTo>
                  <a:cubicBezTo>
                    <a:pt x="883" y="813"/>
                    <a:pt x="1064" y="1537"/>
                    <a:pt x="1042" y="2262"/>
                  </a:cubicBezTo>
                  <a:cubicBezTo>
                    <a:pt x="1042" y="2873"/>
                    <a:pt x="906" y="3484"/>
                    <a:pt x="634" y="4049"/>
                  </a:cubicBezTo>
                  <a:cubicBezTo>
                    <a:pt x="453" y="4457"/>
                    <a:pt x="1" y="4842"/>
                    <a:pt x="204" y="5317"/>
                  </a:cubicBezTo>
                  <a:cubicBezTo>
                    <a:pt x="374" y="5724"/>
                    <a:pt x="786" y="5852"/>
                    <a:pt x="1191" y="5852"/>
                  </a:cubicBezTo>
                  <a:cubicBezTo>
                    <a:pt x="1326" y="5852"/>
                    <a:pt x="1460" y="5837"/>
                    <a:pt x="1585" y="5815"/>
                  </a:cubicBezTo>
                  <a:cubicBezTo>
                    <a:pt x="1743" y="5792"/>
                    <a:pt x="1721" y="5588"/>
                    <a:pt x="1585" y="5566"/>
                  </a:cubicBezTo>
                  <a:cubicBezTo>
                    <a:pt x="1245" y="5543"/>
                    <a:pt x="861" y="5588"/>
                    <a:pt x="612" y="5339"/>
                  </a:cubicBezTo>
                  <a:cubicBezTo>
                    <a:pt x="385" y="5091"/>
                    <a:pt x="521" y="4864"/>
                    <a:pt x="679" y="4615"/>
                  </a:cubicBezTo>
                  <a:cubicBezTo>
                    <a:pt x="951" y="4208"/>
                    <a:pt x="1132" y="3778"/>
                    <a:pt x="1245" y="3303"/>
                  </a:cubicBezTo>
                  <a:cubicBezTo>
                    <a:pt x="1336" y="2805"/>
                    <a:pt x="1381" y="2307"/>
                    <a:pt x="1336" y="1786"/>
                  </a:cubicBezTo>
                  <a:cubicBezTo>
                    <a:pt x="1313" y="1198"/>
                    <a:pt x="1223" y="632"/>
                    <a:pt x="1064" y="66"/>
                  </a:cubicBezTo>
                  <a:cubicBezTo>
                    <a:pt x="1046" y="21"/>
                    <a:pt x="1013" y="1"/>
                    <a:pt x="98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3553675" y="628525"/>
              <a:ext cx="499050" cy="119975"/>
            </a:xfrm>
            <a:custGeom>
              <a:avLst/>
              <a:gdLst/>
              <a:ahLst/>
              <a:cxnLst/>
              <a:rect l="l" t="t" r="r" b="b"/>
              <a:pathLst>
                <a:path w="19962" h="4799" extrusionOk="0">
                  <a:moveTo>
                    <a:pt x="15164" y="837"/>
                  </a:moveTo>
                  <a:lnTo>
                    <a:pt x="15164" y="860"/>
                  </a:lnTo>
                  <a:lnTo>
                    <a:pt x="17201" y="860"/>
                  </a:lnTo>
                  <a:cubicBezTo>
                    <a:pt x="17449" y="860"/>
                    <a:pt x="17631" y="1041"/>
                    <a:pt x="17653" y="1290"/>
                  </a:cubicBezTo>
                  <a:cubicBezTo>
                    <a:pt x="17653" y="1426"/>
                    <a:pt x="17676" y="1562"/>
                    <a:pt x="17676" y="1675"/>
                  </a:cubicBezTo>
                  <a:cubicBezTo>
                    <a:pt x="17721" y="3463"/>
                    <a:pt x="17721" y="3463"/>
                    <a:pt x="15933" y="3508"/>
                  </a:cubicBezTo>
                  <a:cubicBezTo>
                    <a:pt x="15182" y="3526"/>
                    <a:pt x="14447" y="3560"/>
                    <a:pt x="13714" y="3560"/>
                  </a:cubicBezTo>
                  <a:cubicBezTo>
                    <a:pt x="13540" y="3560"/>
                    <a:pt x="13368" y="3558"/>
                    <a:pt x="13195" y="3553"/>
                  </a:cubicBezTo>
                  <a:cubicBezTo>
                    <a:pt x="12470" y="3531"/>
                    <a:pt x="12357" y="3395"/>
                    <a:pt x="12335" y="2648"/>
                  </a:cubicBezTo>
                  <a:cubicBezTo>
                    <a:pt x="12312" y="815"/>
                    <a:pt x="12199" y="860"/>
                    <a:pt x="14077" y="837"/>
                  </a:cubicBezTo>
                  <a:close/>
                  <a:moveTo>
                    <a:pt x="6212" y="1275"/>
                  </a:moveTo>
                  <a:cubicBezTo>
                    <a:pt x="6648" y="1275"/>
                    <a:pt x="7083" y="1281"/>
                    <a:pt x="7514" y="1290"/>
                  </a:cubicBezTo>
                  <a:cubicBezTo>
                    <a:pt x="7944" y="1290"/>
                    <a:pt x="8080" y="1426"/>
                    <a:pt x="8148" y="1811"/>
                  </a:cubicBezTo>
                  <a:cubicBezTo>
                    <a:pt x="8193" y="1992"/>
                    <a:pt x="8216" y="2173"/>
                    <a:pt x="8238" y="2354"/>
                  </a:cubicBezTo>
                  <a:cubicBezTo>
                    <a:pt x="8374" y="3712"/>
                    <a:pt x="8216" y="3870"/>
                    <a:pt x="6790" y="3938"/>
                  </a:cubicBezTo>
                  <a:cubicBezTo>
                    <a:pt x="6609" y="3946"/>
                    <a:pt x="6428" y="3948"/>
                    <a:pt x="6247" y="3948"/>
                  </a:cubicBezTo>
                  <a:cubicBezTo>
                    <a:pt x="5885" y="3948"/>
                    <a:pt x="5522" y="3938"/>
                    <a:pt x="5160" y="3938"/>
                  </a:cubicBezTo>
                  <a:cubicBezTo>
                    <a:pt x="4768" y="3938"/>
                    <a:pt x="4376" y="3948"/>
                    <a:pt x="3983" y="3948"/>
                  </a:cubicBezTo>
                  <a:cubicBezTo>
                    <a:pt x="3787" y="3948"/>
                    <a:pt x="3591" y="3946"/>
                    <a:pt x="3395" y="3938"/>
                  </a:cubicBezTo>
                  <a:cubicBezTo>
                    <a:pt x="2897" y="3915"/>
                    <a:pt x="2693" y="3757"/>
                    <a:pt x="2671" y="3304"/>
                  </a:cubicBezTo>
                  <a:cubicBezTo>
                    <a:pt x="2603" y="1494"/>
                    <a:pt x="2422" y="1358"/>
                    <a:pt x="4368" y="1313"/>
                  </a:cubicBezTo>
                  <a:cubicBezTo>
                    <a:pt x="4978" y="1286"/>
                    <a:pt x="5596" y="1275"/>
                    <a:pt x="6212" y="1275"/>
                  </a:cubicBezTo>
                  <a:close/>
                  <a:moveTo>
                    <a:pt x="13376" y="0"/>
                  </a:moveTo>
                  <a:cubicBezTo>
                    <a:pt x="13014" y="0"/>
                    <a:pt x="12652" y="45"/>
                    <a:pt x="12289" y="91"/>
                  </a:cubicBezTo>
                  <a:cubicBezTo>
                    <a:pt x="11905" y="136"/>
                    <a:pt x="11588" y="294"/>
                    <a:pt x="11497" y="702"/>
                  </a:cubicBezTo>
                  <a:cubicBezTo>
                    <a:pt x="11457" y="1044"/>
                    <a:pt x="11184" y="1279"/>
                    <a:pt x="10853" y="1279"/>
                  </a:cubicBezTo>
                  <a:cubicBezTo>
                    <a:pt x="10812" y="1279"/>
                    <a:pt x="10770" y="1275"/>
                    <a:pt x="10728" y="1267"/>
                  </a:cubicBezTo>
                  <a:cubicBezTo>
                    <a:pt x="10411" y="1267"/>
                    <a:pt x="10094" y="1290"/>
                    <a:pt x="9777" y="1290"/>
                  </a:cubicBezTo>
                  <a:cubicBezTo>
                    <a:pt x="9712" y="1294"/>
                    <a:pt x="9648" y="1296"/>
                    <a:pt x="9586" y="1296"/>
                  </a:cubicBezTo>
                  <a:cubicBezTo>
                    <a:pt x="9240" y="1296"/>
                    <a:pt x="8947" y="1221"/>
                    <a:pt x="8736" y="837"/>
                  </a:cubicBezTo>
                  <a:cubicBezTo>
                    <a:pt x="8568" y="585"/>
                    <a:pt x="8283" y="450"/>
                    <a:pt x="7990" y="450"/>
                  </a:cubicBezTo>
                  <a:cubicBezTo>
                    <a:pt x="7967" y="450"/>
                    <a:pt x="7944" y="451"/>
                    <a:pt x="7921" y="453"/>
                  </a:cubicBezTo>
                  <a:cubicBezTo>
                    <a:pt x="7420" y="438"/>
                    <a:pt x="6918" y="431"/>
                    <a:pt x="6417" y="431"/>
                  </a:cubicBezTo>
                  <a:cubicBezTo>
                    <a:pt x="5334" y="431"/>
                    <a:pt x="4251" y="466"/>
                    <a:pt x="3169" y="543"/>
                  </a:cubicBezTo>
                  <a:cubicBezTo>
                    <a:pt x="2716" y="589"/>
                    <a:pt x="2241" y="656"/>
                    <a:pt x="1969" y="1064"/>
                  </a:cubicBezTo>
                  <a:cubicBezTo>
                    <a:pt x="1780" y="1317"/>
                    <a:pt x="1568" y="1393"/>
                    <a:pt x="1327" y="1393"/>
                  </a:cubicBezTo>
                  <a:cubicBezTo>
                    <a:pt x="1222" y="1393"/>
                    <a:pt x="1112" y="1379"/>
                    <a:pt x="996" y="1358"/>
                  </a:cubicBezTo>
                  <a:cubicBezTo>
                    <a:pt x="892" y="1320"/>
                    <a:pt x="780" y="1302"/>
                    <a:pt x="667" y="1302"/>
                  </a:cubicBezTo>
                  <a:cubicBezTo>
                    <a:pt x="509" y="1302"/>
                    <a:pt x="349" y="1337"/>
                    <a:pt x="204" y="1403"/>
                  </a:cubicBezTo>
                  <a:cubicBezTo>
                    <a:pt x="113" y="1494"/>
                    <a:pt x="45" y="1607"/>
                    <a:pt x="0" y="1720"/>
                  </a:cubicBezTo>
                  <a:cubicBezTo>
                    <a:pt x="0" y="1788"/>
                    <a:pt x="68" y="1901"/>
                    <a:pt x="136" y="1946"/>
                  </a:cubicBezTo>
                  <a:cubicBezTo>
                    <a:pt x="227" y="2037"/>
                    <a:pt x="340" y="2105"/>
                    <a:pt x="475" y="2128"/>
                  </a:cubicBezTo>
                  <a:cubicBezTo>
                    <a:pt x="1403" y="2173"/>
                    <a:pt x="1833" y="2512"/>
                    <a:pt x="1833" y="3531"/>
                  </a:cubicBezTo>
                  <a:cubicBezTo>
                    <a:pt x="1811" y="4368"/>
                    <a:pt x="2263" y="4708"/>
                    <a:pt x="3123" y="4775"/>
                  </a:cubicBezTo>
                  <a:cubicBezTo>
                    <a:pt x="3365" y="4783"/>
                    <a:pt x="3606" y="4786"/>
                    <a:pt x="3848" y="4786"/>
                  </a:cubicBezTo>
                  <a:cubicBezTo>
                    <a:pt x="4330" y="4786"/>
                    <a:pt x="4813" y="4775"/>
                    <a:pt x="5296" y="4775"/>
                  </a:cubicBezTo>
                  <a:lnTo>
                    <a:pt x="5296" y="4798"/>
                  </a:lnTo>
                  <a:lnTo>
                    <a:pt x="6111" y="4798"/>
                  </a:lnTo>
                  <a:cubicBezTo>
                    <a:pt x="6745" y="4753"/>
                    <a:pt x="7378" y="4753"/>
                    <a:pt x="8012" y="4662"/>
                  </a:cubicBezTo>
                  <a:cubicBezTo>
                    <a:pt x="8578" y="4640"/>
                    <a:pt x="9030" y="4187"/>
                    <a:pt x="9076" y="3621"/>
                  </a:cubicBezTo>
                  <a:cubicBezTo>
                    <a:pt x="9098" y="3485"/>
                    <a:pt x="9121" y="3372"/>
                    <a:pt x="9121" y="3236"/>
                  </a:cubicBezTo>
                  <a:cubicBezTo>
                    <a:pt x="9121" y="2467"/>
                    <a:pt x="9098" y="2376"/>
                    <a:pt x="10094" y="2354"/>
                  </a:cubicBezTo>
                  <a:cubicBezTo>
                    <a:pt x="10411" y="2354"/>
                    <a:pt x="10728" y="2354"/>
                    <a:pt x="11045" y="2376"/>
                  </a:cubicBezTo>
                  <a:cubicBezTo>
                    <a:pt x="11226" y="2376"/>
                    <a:pt x="11384" y="2512"/>
                    <a:pt x="11407" y="2693"/>
                  </a:cubicBezTo>
                  <a:cubicBezTo>
                    <a:pt x="11475" y="2920"/>
                    <a:pt x="11497" y="3146"/>
                    <a:pt x="11520" y="3350"/>
                  </a:cubicBezTo>
                  <a:cubicBezTo>
                    <a:pt x="11610" y="3983"/>
                    <a:pt x="11973" y="4278"/>
                    <a:pt x="12606" y="4368"/>
                  </a:cubicBezTo>
                  <a:cubicBezTo>
                    <a:pt x="13085" y="4428"/>
                    <a:pt x="13563" y="4451"/>
                    <a:pt x="14041" y="4451"/>
                  </a:cubicBezTo>
                  <a:cubicBezTo>
                    <a:pt x="15192" y="4451"/>
                    <a:pt x="16344" y="4319"/>
                    <a:pt x="17495" y="4255"/>
                  </a:cubicBezTo>
                  <a:cubicBezTo>
                    <a:pt x="18015" y="4232"/>
                    <a:pt x="18445" y="3825"/>
                    <a:pt x="18468" y="3304"/>
                  </a:cubicBezTo>
                  <a:cubicBezTo>
                    <a:pt x="18513" y="2942"/>
                    <a:pt x="18536" y="2580"/>
                    <a:pt x="18536" y="2241"/>
                  </a:cubicBezTo>
                  <a:cubicBezTo>
                    <a:pt x="18513" y="1856"/>
                    <a:pt x="18717" y="1516"/>
                    <a:pt x="19056" y="1358"/>
                  </a:cubicBezTo>
                  <a:cubicBezTo>
                    <a:pt x="19373" y="1200"/>
                    <a:pt x="19735" y="1086"/>
                    <a:pt x="19916" y="747"/>
                  </a:cubicBezTo>
                  <a:cubicBezTo>
                    <a:pt x="19962" y="634"/>
                    <a:pt x="19962" y="498"/>
                    <a:pt x="19916" y="385"/>
                  </a:cubicBezTo>
                  <a:cubicBezTo>
                    <a:pt x="19894" y="317"/>
                    <a:pt x="19781" y="272"/>
                    <a:pt x="19690" y="249"/>
                  </a:cubicBezTo>
                  <a:cubicBezTo>
                    <a:pt x="19643" y="235"/>
                    <a:pt x="19597" y="229"/>
                    <a:pt x="19553" y="229"/>
                  </a:cubicBezTo>
                  <a:cubicBezTo>
                    <a:pt x="19265" y="229"/>
                    <a:pt x="19034" y="483"/>
                    <a:pt x="18755" y="483"/>
                  </a:cubicBezTo>
                  <a:cubicBezTo>
                    <a:pt x="18727" y="483"/>
                    <a:pt x="18700" y="481"/>
                    <a:pt x="18672" y="475"/>
                  </a:cubicBezTo>
                  <a:cubicBezTo>
                    <a:pt x="18341" y="409"/>
                    <a:pt x="18140" y="22"/>
                    <a:pt x="17754" y="22"/>
                  </a:cubicBezTo>
                  <a:cubicBezTo>
                    <a:pt x="17743" y="22"/>
                    <a:pt x="17732" y="22"/>
                    <a:pt x="17721" y="23"/>
                  </a:cubicBezTo>
                  <a:cubicBezTo>
                    <a:pt x="17685" y="27"/>
                    <a:pt x="17649" y="29"/>
                    <a:pt x="17612" y="29"/>
                  </a:cubicBezTo>
                  <a:cubicBezTo>
                    <a:pt x="17468" y="29"/>
                    <a:pt x="17323" y="0"/>
                    <a:pt x="17178" y="0"/>
                  </a:cubicBezTo>
                  <a:close/>
                </a:path>
              </a:pathLst>
            </a:custGeom>
            <a:solidFill>
              <a:srgbClr val="0A2E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2957325" y="2137650"/>
              <a:ext cx="286300" cy="262050"/>
            </a:xfrm>
            <a:custGeom>
              <a:avLst/>
              <a:gdLst/>
              <a:ahLst/>
              <a:cxnLst/>
              <a:rect l="l" t="t" r="r" b="b"/>
              <a:pathLst>
                <a:path w="11452" h="10482" extrusionOk="0">
                  <a:moveTo>
                    <a:pt x="3915" y="1"/>
                  </a:moveTo>
                  <a:cubicBezTo>
                    <a:pt x="3285" y="1"/>
                    <a:pt x="2782" y="67"/>
                    <a:pt x="2512" y="221"/>
                  </a:cubicBezTo>
                  <a:cubicBezTo>
                    <a:pt x="1018" y="1081"/>
                    <a:pt x="0" y="9817"/>
                    <a:pt x="837" y="10224"/>
                  </a:cubicBezTo>
                  <a:cubicBezTo>
                    <a:pt x="1189" y="10405"/>
                    <a:pt x="2269" y="10482"/>
                    <a:pt x="3447" y="10482"/>
                  </a:cubicBezTo>
                  <a:cubicBezTo>
                    <a:pt x="5076" y="10482"/>
                    <a:pt x="6891" y="10335"/>
                    <a:pt x="7220" y="10111"/>
                  </a:cubicBezTo>
                  <a:cubicBezTo>
                    <a:pt x="7604" y="9885"/>
                    <a:pt x="7899" y="9545"/>
                    <a:pt x="8057" y="9138"/>
                  </a:cubicBezTo>
                  <a:cubicBezTo>
                    <a:pt x="8193" y="8821"/>
                    <a:pt x="8261" y="8459"/>
                    <a:pt x="8261" y="8097"/>
                  </a:cubicBezTo>
                  <a:cubicBezTo>
                    <a:pt x="9098" y="7780"/>
                    <a:pt x="9596" y="7350"/>
                    <a:pt x="9460" y="6037"/>
                  </a:cubicBezTo>
                  <a:cubicBezTo>
                    <a:pt x="9732" y="5992"/>
                    <a:pt x="10003" y="5879"/>
                    <a:pt x="10252" y="5721"/>
                  </a:cubicBezTo>
                  <a:cubicBezTo>
                    <a:pt x="11339" y="5019"/>
                    <a:pt x="10569" y="3887"/>
                    <a:pt x="10569" y="3887"/>
                  </a:cubicBezTo>
                  <a:cubicBezTo>
                    <a:pt x="10728" y="3729"/>
                    <a:pt x="10863" y="3548"/>
                    <a:pt x="10954" y="3344"/>
                  </a:cubicBezTo>
                  <a:cubicBezTo>
                    <a:pt x="11248" y="2824"/>
                    <a:pt x="11452" y="2032"/>
                    <a:pt x="10524" y="1443"/>
                  </a:cubicBezTo>
                  <a:cubicBezTo>
                    <a:pt x="9397" y="715"/>
                    <a:pt x="5974" y="1"/>
                    <a:pt x="3915" y="1"/>
                  </a:cubicBezTo>
                  <a:close/>
                </a:path>
              </a:pathLst>
            </a:custGeom>
            <a:solidFill>
              <a:srgbClr val="7349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3031425" y="2191075"/>
              <a:ext cx="199750" cy="43775"/>
            </a:xfrm>
            <a:custGeom>
              <a:avLst/>
              <a:gdLst/>
              <a:ahLst/>
              <a:cxnLst/>
              <a:rect l="l" t="t" r="r" b="b"/>
              <a:pathLst>
                <a:path w="7990" h="1751" extrusionOk="0">
                  <a:moveTo>
                    <a:pt x="4133" y="1"/>
                  </a:moveTo>
                  <a:cubicBezTo>
                    <a:pt x="4030" y="1"/>
                    <a:pt x="3928" y="3"/>
                    <a:pt x="3826" y="8"/>
                  </a:cubicBezTo>
                  <a:cubicBezTo>
                    <a:pt x="2739" y="121"/>
                    <a:pt x="91" y="755"/>
                    <a:pt x="1" y="755"/>
                  </a:cubicBezTo>
                  <a:cubicBezTo>
                    <a:pt x="114" y="755"/>
                    <a:pt x="4391" y="823"/>
                    <a:pt x="5297" y="981"/>
                  </a:cubicBezTo>
                  <a:cubicBezTo>
                    <a:pt x="6225" y="1162"/>
                    <a:pt x="7266" y="1434"/>
                    <a:pt x="7605" y="1750"/>
                  </a:cubicBezTo>
                  <a:cubicBezTo>
                    <a:pt x="7764" y="1592"/>
                    <a:pt x="7899" y="1411"/>
                    <a:pt x="7990" y="1207"/>
                  </a:cubicBezTo>
                  <a:cubicBezTo>
                    <a:pt x="6873" y="427"/>
                    <a:pt x="5520" y="1"/>
                    <a:pt x="4133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3043325" y="2262025"/>
              <a:ext cx="170325" cy="26575"/>
            </a:xfrm>
            <a:custGeom>
              <a:avLst/>
              <a:gdLst/>
              <a:ahLst/>
              <a:cxnLst/>
              <a:rect l="l" t="t" r="r" b="b"/>
              <a:pathLst>
                <a:path w="6813" h="1063" extrusionOk="0">
                  <a:moveTo>
                    <a:pt x="3980" y="1"/>
                  </a:moveTo>
                  <a:cubicBezTo>
                    <a:pt x="2336" y="1"/>
                    <a:pt x="77" y="681"/>
                    <a:pt x="0" y="700"/>
                  </a:cubicBezTo>
                  <a:lnTo>
                    <a:pt x="6020" y="1062"/>
                  </a:lnTo>
                  <a:cubicBezTo>
                    <a:pt x="6292" y="1017"/>
                    <a:pt x="6563" y="904"/>
                    <a:pt x="6812" y="746"/>
                  </a:cubicBezTo>
                  <a:cubicBezTo>
                    <a:pt x="6156" y="429"/>
                    <a:pt x="5454" y="202"/>
                    <a:pt x="4753" y="67"/>
                  </a:cubicBezTo>
                  <a:cubicBezTo>
                    <a:pt x="4522" y="21"/>
                    <a:pt x="4260" y="1"/>
                    <a:pt x="3980" y="1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3056325" y="2340075"/>
              <a:ext cx="107525" cy="26100"/>
            </a:xfrm>
            <a:custGeom>
              <a:avLst/>
              <a:gdLst/>
              <a:ahLst/>
              <a:cxnLst/>
              <a:rect l="l" t="t" r="r" b="b"/>
              <a:pathLst>
                <a:path w="4301" h="1044" extrusionOk="0">
                  <a:moveTo>
                    <a:pt x="4301" y="0"/>
                  </a:moveTo>
                  <a:lnTo>
                    <a:pt x="1" y="407"/>
                  </a:lnTo>
                  <a:cubicBezTo>
                    <a:pt x="1" y="407"/>
                    <a:pt x="2375" y="1043"/>
                    <a:pt x="3964" y="1043"/>
                  </a:cubicBezTo>
                  <a:cubicBezTo>
                    <a:pt x="4016" y="1043"/>
                    <a:pt x="4069" y="1043"/>
                    <a:pt x="4120" y="1041"/>
                  </a:cubicBezTo>
                  <a:cubicBezTo>
                    <a:pt x="4233" y="702"/>
                    <a:pt x="4301" y="362"/>
                    <a:pt x="4301" y="0"/>
                  </a:cubicBezTo>
                  <a:close/>
                </a:path>
              </a:pathLst>
            </a:custGeom>
            <a:solidFill>
              <a:srgbClr val="482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3927100" y="1510600"/>
              <a:ext cx="200325" cy="229950"/>
            </a:xfrm>
            <a:custGeom>
              <a:avLst/>
              <a:gdLst/>
              <a:ahLst/>
              <a:cxnLst/>
              <a:rect l="l" t="t" r="r" b="b"/>
              <a:pathLst>
                <a:path w="8013" h="9198" extrusionOk="0">
                  <a:moveTo>
                    <a:pt x="0" y="0"/>
                  </a:moveTo>
                  <a:lnTo>
                    <a:pt x="0" y="6405"/>
                  </a:lnTo>
                  <a:cubicBezTo>
                    <a:pt x="0" y="6405"/>
                    <a:pt x="181" y="8284"/>
                    <a:pt x="2671" y="8985"/>
                  </a:cubicBezTo>
                  <a:cubicBezTo>
                    <a:pt x="3176" y="9132"/>
                    <a:pt x="3674" y="9197"/>
                    <a:pt x="4150" y="9197"/>
                  </a:cubicBezTo>
                  <a:cubicBezTo>
                    <a:pt x="6021" y="9197"/>
                    <a:pt x="7542" y="8194"/>
                    <a:pt x="7740" y="7220"/>
                  </a:cubicBezTo>
                  <a:cubicBezTo>
                    <a:pt x="8012" y="5885"/>
                    <a:pt x="7854" y="295"/>
                    <a:pt x="7831" y="1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3819025" y="3178025"/>
              <a:ext cx="475875" cy="213875"/>
            </a:xfrm>
            <a:custGeom>
              <a:avLst/>
              <a:gdLst/>
              <a:ahLst/>
              <a:cxnLst/>
              <a:rect l="l" t="t" r="r" b="b"/>
              <a:pathLst>
                <a:path w="19035" h="8555" extrusionOk="0">
                  <a:moveTo>
                    <a:pt x="18287" y="0"/>
                  </a:moveTo>
                  <a:cubicBezTo>
                    <a:pt x="18197" y="23"/>
                    <a:pt x="18106" y="23"/>
                    <a:pt x="18016" y="23"/>
                  </a:cubicBezTo>
                  <a:cubicBezTo>
                    <a:pt x="15820" y="204"/>
                    <a:pt x="13625" y="362"/>
                    <a:pt x="11430" y="521"/>
                  </a:cubicBezTo>
                  <a:cubicBezTo>
                    <a:pt x="9642" y="656"/>
                    <a:pt x="7854" y="815"/>
                    <a:pt x="6089" y="973"/>
                  </a:cubicBezTo>
                  <a:cubicBezTo>
                    <a:pt x="4979" y="1067"/>
                    <a:pt x="3859" y="1118"/>
                    <a:pt x="2743" y="1118"/>
                  </a:cubicBezTo>
                  <a:cubicBezTo>
                    <a:pt x="2242" y="1118"/>
                    <a:pt x="1743" y="1107"/>
                    <a:pt x="1245" y="1086"/>
                  </a:cubicBezTo>
                  <a:cubicBezTo>
                    <a:pt x="974" y="1086"/>
                    <a:pt x="521" y="1064"/>
                    <a:pt x="1" y="1041"/>
                  </a:cubicBezTo>
                  <a:lnTo>
                    <a:pt x="1" y="1041"/>
                  </a:lnTo>
                  <a:lnTo>
                    <a:pt x="680" y="8555"/>
                  </a:lnTo>
                  <a:lnTo>
                    <a:pt x="19034" y="8555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3295100" y="3167275"/>
              <a:ext cx="464550" cy="224625"/>
            </a:xfrm>
            <a:custGeom>
              <a:avLst/>
              <a:gdLst/>
              <a:ahLst/>
              <a:cxnLst/>
              <a:rect l="l" t="t" r="r" b="b"/>
              <a:pathLst>
                <a:path w="18582" h="8985" extrusionOk="0">
                  <a:moveTo>
                    <a:pt x="0" y="0"/>
                  </a:moveTo>
                  <a:lnTo>
                    <a:pt x="204" y="8985"/>
                  </a:lnTo>
                  <a:lnTo>
                    <a:pt x="18581" y="8985"/>
                  </a:lnTo>
                  <a:lnTo>
                    <a:pt x="18400" y="1335"/>
                  </a:lnTo>
                  <a:cubicBezTo>
                    <a:pt x="17721" y="1313"/>
                    <a:pt x="17155" y="1290"/>
                    <a:pt x="16929" y="1267"/>
                  </a:cubicBezTo>
                  <a:cubicBezTo>
                    <a:pt x="15368" y="1222"/>
                    <a:pt x="13806" y="1200"/>
                    <a:pt x="12222" y="1109"/>
                  </a:cubicBezTo>
                  <a:cubicBezTo>
                    <a:pt x="10117" y="1018"/>
                    <a:pt x="8035" y="860"/>
                    <a:pt x="5930" y="724"/>
                  </a:cubicBezTo>
                  <a:cubicBezTo>
                    <a:pt x="3938" y="588"/>
                    <a:pt x="1969" y="340"/>
                    <a:pt x="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612;p41"/>
          <p:cNvSpPr txBox="1">
            <a:spLocks noGrp="1"/>
          </p:cNvSpPr>
          <p:nvPr>
            <p:ph type="subTitle" idx="3"/>
          </p:nvPr>
        </p:nvSpPr>
        <p:spPr>
          <a:xfrm>
            <a:off x="5105400" y="1047750"/>
            <a:ext cx="3657600" cy="10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b="1" dirty="0" smtClean="0"/>
              <a:t>Ven</a:t>
            </a:r>
            <a:r>
              <a:rPr lang="en-US" sz="2800" b="1" dirty="0" smtClean="0"/>
              <a:t>T</a:t>
            </a:r>
            <a:r>
              <a:rPr lang="en-US" sz="2800" b="1" dirty="0" smtClean="0"/>
              <a:t>op adverse effects for </a:t>
            </a:r>
            <a:endParaRPr lang="en-US" sz="2800" b="1" dirty="0" smtClean="0"/>
          </a:p>
          <a:p>
            <a:pPr lvl="0"/>
            <a:r>
              <a:rPr lang="en-US" sz="2800" b="1" dirty="0" err="1" smtClean="0"/>
              <a:t>Lyrica</a:t>
            </a:r>
            <a:r>
              <a:rPr lang="en-US" sz="2800" b="1" dirty="0" smtClean="0"/>
              <a:t> 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sz="2800" dirty="0"/>
          </a:p>
        </p:txBody>
      </p:sp>
      <p:sp>
        <p:nvSpPr>
          <p:cNvPr id="59" name="Google Shape;704;p43"/>
          <p:cNvSpPr/>
          <p:nvPr/>
        </p:nvSpPr>
        <p:spPr>
          <a:xfrm rot="1349557">
            <a:off x="6651974" y="2160584"/>
            <a:ext cx="772238" cy="669933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705;p43"/>
          <p:cNvCxnSpPr>
            <a:stCxn id="59" idx="1"/>
            <a:endCxn id="59" idx="0"/>
          </p:cNvCxnSpPr>
          <p:nvPr/>
        </p:nvCxnSpPr>
        <p:spPr>
          <a:xfrm>
            <a:off x="7185983" y="2194807"/>
            <a:ext cx="12210" cy="6245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715;p43"/>
          <p:cNvSpPr txBox="1">
            <a:spLocks/>
          </p:cNvSpPr>
          <p:nvPr/>
        </p:nvSpPr>
        <p:spPr>
          <a:xfrm>
            <a:off x="7190492" y="2266950"/>
            <a:ext cx="533400" cy="304800"/>
          </a:xfrm>
          <a:prstGeom prst="rect">
            <a:avLst/>
          </a:prstGeom>
        </p:spPr>
        <p:txBody>
          <a:bodyPr spcFirstLastPara="1" vert="horz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Pain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63" name="Google Shape;717;p43"/>
          <p:cNvSpPr txBox="1">
            <a:spLocks/>
          </p:cNvSpPr>
          <p:nvPr/>
        </p:nvSpPr>
        <p:spPr>
          <a:xfrm>
            <a:off x="6352292" y="2343150"/>
            <a:ext cx="685800" cy="6096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500"/>
              <a:buFontTx/>
              <a:buNone/>
              <a:tabLst/>
              <a:defRPr/>
            </a:pPr>
            <a:r>
              <a:rPr kumimoji="0" lang="e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01</a:t>
            </a:r>
            <a:endParaRPr kumimoji="0" lang="e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0" name="Google Shape;704;p43"/>
          <p:cNvSpPr/>
          <p:nvPr/>
        </p:nvSpPr>
        <p:spPr>
          <a:xfrm rot="1349557">
            <a:off x="784574" y="2160583"/>
            <a:ext cx="772238" cy="669933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705;p43"/>
          <p:cNvCxnSpPr>
            <a:stCxn id="80" idx="1"/>
            <a:endCxn id="80" idx="0"/>
          </p:cNvCxnSpPr>
          <p:nvPr/>
        </p:nvCxnSpPr>
        <p:spPr>
          <a:xfrm>
            <a:off x="1318583" y="2194806"/>
            <a:ext cx="12210" cy="6245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715;p43"/>
          <p:cNvSpPr txBox="1">
            <a:spLocks/>
          </p:cNvSpPr>
          <p:nvPr/>
        </p:nvSpPr>
        <p:spPr>
          <a:xfrm>
            <a:off x="1323092" y="2266949"/>
            <a:ext cx="1039108" cy="304800"/>
          </a:xfrm>
          <a:prstGeom prst="rect">
            <a:avLst/>
          </a:prstGeom>
        </p:spPr>
        <p:txBody>
          <a:bodyPr spcFirstLastPara="1" vert="horz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noProof="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Nausea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83" name="Google Shape;717;p43"/>
          <p:cNvSpPr txBox="1">
            <a:spLocks/>
          </p:cNvSpPr>
          <p:nvPr/>
        </p:nvSpPr>
        <p:spPr>
          <a:xfrm>
            <a:off x="484892" y="2343149"/>
            <a:ext cx="685800" cy="6096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500"/>
              <a:buFontTx/>
              <a:buNone/>
              <a:tabLst/>
              <a:defRPr/>
            </a:pPr>
            <a:r>
              <a:rPr kumimoji="0" lang="e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01</a:t>
            </a:r>
            <a:endParaRPr kumimoji="0" lang="e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4" name="Google Shape;704;p43"/>
          <p:cNvSpPr/>
          <p:nvPr/>
        </p:nvSpPr>
        <p:spPr>
          <a:xfrm rot="1349557">
            <a:off x="860774" y="3151184"/>
            <a:ext cx="772238" cy="669933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" name="Google Shape;705;p43"/>
          <p:cNvCxnSpPr>
            <a:stCxn id="84" idx="1"/>
            <a:endCxn id="84" idx="0"/>
          </p:cNvCxnSpPr>
          <p:nvPr/>
        </p:nvCxnSpPr>
        <p:spPr>
          <a:xfrm>
            <a:off x="1394783" y="3185407"/>
            <a:ext cx="12210" cy="6245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715;p43"/>
          <p:cNvSpPr txBox="1">
            <a:spLocks/>
          </p:cNvSpPr>
          <p:nvPr/>
        </p:nvSpPr>
        <p:spPr>
          <a:xfrm>
            <a:off x="1399292" y="3257550"/>
            <a:ext cx="1572508" cy="304800"/>
          </a:xfrm>
          <a:prstGeom prst="rect">
            <a:avLst/>
          </a:prstGeom>
        </p:spPr>
        <p:txBody>
          <a:bodyPr spcFirstLastPara="1" vert="horz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Pyrexia (Fever)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87" name="Google Shape;717;p43"/>
          <p:cNvSpPr txBox="1">
            <a:spLocks/>
          </p:cNvSpPr>
          <p:nvPr/>
        </p:nvSpPr>
        <p:spPr>
          <a:xfrm>
            <a:off x="561092" y="3333750"/>
            <a:ext cx="685800" cy="6096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500"/>
              <a:buFontTx/>
              <a:buNone/>
              <a:tabLst/>
              <a:defRPr/>
            </a:pPr>
            <a:r>
              <a:rPr kumimoji="0" lang="e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02</a:t>
            </a:r>
            <a:endParaRPr kumimoji="0" lang="e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8" name="Google Shape;704;p43"/>
          <p:cNvSpPr/>
          <p:nvPr/>
        </p:nvSpPr>
        <p:spPr>
          <a:xfrm rot="1349557">
            <a:off x="860774" y="3989384"/>
            <a:ext cx="772238" cy="669933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" name="Google Shape;705;p43"/>
          <p:cNvCxnSpPr>
            <a:stCxn id="88" idx="1"/>
            <a:endCxn id="88" idx="0"/>
          </p:cNvCxnSpPr>
          <p:nvPr/>
        </p:nvCxnSpPr>
        <p:spPr>
          <a:xfrm>
            <a:off x="1394783" y="4023607"/>
            <a:ext cx="12210" cy="6245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715;p43"/>
          <p:cNvSpPr txBox="1">
            <a:spLocks/>
          </p:cNvSpPr>
          <p:nvPr/>
        </p:nvSpPr>
        <p:spPr>
          <a:xfrm>
            <a:off x="1399292" y="4095750"/>
            <a:ext cx="1420108" cy="304800"/>
          </a:xfrm>
          <a:prstGeom prst="rect">
            <a:avLst/>
          </a:prstGeom>
        </p:spPr>
        <p:txBody>
          <a:bodyPr spcFirstLastPara="1" vert="horz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Abdominal Pain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91" name="Google Shape;717;p43"/>
          <p:cNvSpPr txBox="1">
            <a:spLocks/>
          </p:cNvSpPr>
          <p:nvPr/>
        </p:nvSpPr>
        <p:spPr>
          <a:xfrm>
            <a:off x="561092" y="4171950"/>
            <a:ext cx="685800" cy="6096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500"/>
              <a:buFontTx/>
              <a:buNone/>
              <a:tabLst/>
              <a:defRPr/>
            </a:pPr>
            <a:r>
              <a:rPr kumimoji="0" lang="e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03</a:t>
            </a:r>
            <a:endParaRPr kumimoji="0" lang="e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" name="Google Shape;704;p43"/>
          <p:cNvSpPr/>
          <p:nvPr/>
        </p:nvSpPr>
        <p:spPr>
          <a:xfrm rot="1349557">
            <a:off x="6728174" y="3151184"/>
            <a:ext cx="772238" cy="669933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3" name="Google Shape;705;p43"/>
          <p:cNvCxnSpPr>
            <a:stCxn id="92" idx="1"/>
            <a:endCxn id="92" idx="0"/>
          </p:cNvCxnSpPr>
          <p:nvPr/>
        </p:nvCxnSpPr>
        <p:spPr>
          <a:xfrm>
            <a:off x="7262183" y="3185407"/>
            <a:ext cx="12210" cy="6245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" name="Google Shape;715;p43"/>
          <p:cNvSpPr txBox="1">
            <a:spLocks/>
          </p:cNvSpPr>
          <p:nvPr/>
        </p:nvSpPr>
        <p:spPr>
          <a:xfrm>
            <a:off x="7266692" y="3257550"/>
            <a:ext cx="1496308" cy="304800"/>
          </a:xfrm>
          <a:prstGeom prst="rect">
            <a:avLst/>
          </a:prstGeom>
        </p:spPr>
        <p:txBody>
          <a:bodyPr spcFirstLastPara="1" vert="horz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noProof="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Drug Ineffective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95" name="Google Shape;717;p43"/>
          <p:cNvSpPr txBox="1">
            <a:spLocks/>
          </p:cNvSpPr>
          <p:nvPr/>
        </p:nvSpPr>
        <p:spPr>
          <a:xfrm>
            <a:off x="6428492" y="3333750"/>
            <a:ext cx="685800" cy="6096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500"/>
              <a:buFontTx/>
              <a:buNone/>
              <a:tabLst/>
              <a:defRPr/>
            </a:pPr>
            <a:r>
              <a:rPr kumimoji="0" lang="e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02</a:t>
            </a:r>
            <a:endParaRPr kumimoji="0" lang="e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6" name="Google Shape;704;p43"/>
          <p:cNvSpPr/>
          <p:nvPr/>
        </p:nvSpPr>
        <p:spPr>
          <a:xfrm rot="1349557">
            <a:off x="6728174" y="3913184"/>
            <a:ext cx="772238" cy="669933"/>
          </a:xfrm>
          <a:prstGeom prst="chord">
            <a:avLst>
              <a:gd name="adj1" fmla="val 2471860"/>
              <a:gd name="adj2" fmla="val 16421578"/>
            </a:avLst>
          </a:prstGeom>
          <a:gradFill>
            <a:gsLst>
              <a:gs pos="0">
                <a:srgbClr val="E3FFD5"/>
              </a:gs>
              <a:gs pos="100000">
                <a:srgbClr val="90EBBA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" name="Google Shape;705;p43"/>
          <p:cNvCxnSpPr>
            <a:stCxn id="96" idx="1"/>
            <a:endCxn id="96" idx="0"/>
          </p:cNvCxnSpPr>
          <p:nvPr/>
        </p:nvCxnSpPr>
        <p:spPr>
          <a:xfrm>
            <a:off x="7262183" y="3947407"/>
            <a:ext cx="12210" cy="62454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" name="Google Shape;715;p43"/>
          <p:cNvSpPr txBox="1">
            <a:spLocks/>
          </p:cNvSpPr>
          <p:nvPr/>
        </p:nvSpPr>
        <p:spPr>
          <a:xfrm>
            <a:off x="7315200" y="4095750"/>
            <a:ext cx="1039108" cy="304800"/>
          </a:xfrm>
          <a:prstGeom prst="rect">
            <a:avLst/>
          </a:prstGeom>
        </p:spPr>
        <p:txBody>
          <a:bodyPr spcFirstLastPara="1" vert="horz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Pompiere"/>
              <a:buNone/>
              <a:tabLst/>
              <a:defRPr/>
            </a:pPr>
            <a:r>
              <a:rPr lang="en-US" sz="2000" kern="1200" dirty="0" smtClean="0">
                <a:solidFill>
                  <a:schemeClr val="tx1"/>
                </a:solidFill>
                <a:latin typeface="Pompiere"/>
                <a:ea typeface="Pompiere"/>
                <a:cs typeface="Pompiere"/>
                <a:sym typeface="Pompiere"/>
              </a:rPr>
              <a:t>Malaise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mpiere"/>
              <a:ea typeface="Pompiere"/>
              <a:cs typeface="Pompiere"/>
              <a:sym typeface="Pompiere"/>
            </a:endParaRPr>
          </a:p>
        </p:txBody>
      </p:sp>
      <p:sp>
        <p:nvSpPr>
          <p:cNvPr id="99" name="Google Shape;717;p43"/>
          <p:cNvSpPr txBox="1">
            <a:spLocks/>
          </p:cNvSpPr>
          <p:nvPr/>
        </p:nvSpPr>
        <p:spPr>
          <a:xfrm>
            <a:off x="6428492" y="4095750"/>
            <a:ext cx="685800" cy="609600"/>
          </a:xfrm>
          <a:prstGeom prst="rect">
            <a:avLst/>
          </a:prstGeom>
        </p:spPr>
        <p:txBody>
          <a:bodyPr spcFirstLastPara="1" vert="horz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3500"/>
              <a:buFontTx/>
              <a:buNone/>
              <a:tabLst/>
              <a:defRPr/>
            </a:pPr>
            <a:r>
              <a:rPr kumimoji="0" lang="e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03</a:t>
            </a:r>
            <a:endParaRPr kumimoji="0" lang="e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5"/>
          <p:cNvSpPr/>
          <p:nvPr/>
        </p:nvSpPr>
        <p:spPr>
          <a:xfrm>
            <a:off x="624654" y="1103025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45"/>
          <p:cNvSpPr/>
          <p:nvPr/>
        </p:nvSpPr>
        <p:spPr>
          <a:xfrm>
            <a:off x="458304" y="1990813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5"/>
          <p:cNvSpPr/>
          <p:nvPr/>
        </p:nvSpPr>
        <p:spPr>
          <a:xfrm>
            <a:off x="715932" y="2878613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5"/>
          <p:cNvSpPr/>
          <p:nvPr/>
        </p:nvSpPr>
        <p:spPr>
          <a:xfrm>
            <a:off x="1415432" y="3457686"/>
            <a:ext cx="791400" cy="791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0" name="Google Shape;800;p45"/>
          <p:cNvGrpSpPr/>
          <p:nvPr/>
        </p:nvGrpSpPr>
        <p:grpSpPr>
          <a:xfrm>
            <a:off x="1701716" y="1127150"/>
            <a:ext cx="1905000" cy="3886200"/>
            <a:chOff x="2489600" y="934706"/>
            <a:chExt cx="2419225" cy="4892225"/>
          </a:xfrm>
        </p:grpSpPr>
        <p:sp>
          <p:nvSpPr>
            <p:cNvPr id="801" name="Google Shape;801;p45"/>
            <p:cNvSpPr/>
            <p:nvPr/>
          </p:nvSpPr>
          <p:spPr>
            <a:xfrm>
              <a:off x="2489600" y="934706"/>
              <a:ext cx="2419225" cy="4892225"/>
            </a:xfrm>
            <a:custGeom>
              <a:avLst/>
              <a:gdLst/>
              <a:ahLst/>
              <a:cxnLst/>
              <a:rect l="l" t="t" r="r" b="b"/>
              <a:pathLst>
                <a:path w="96769" h="195689" extrusionOk="0">
                  <a:moveTo>
                    <a:pt x="48396" y="7631"/>
                  </a:moveTo>
                  <a:cubicBezTo>
                    <a:pt x="53453" y="7653"/>
                    <a:pt x="58488" y="8607"/>
                    <a:pt x="63190" y="10470"/>
                  </a:cubicBezTo>
                  <a:cubicBezTo>
                    <a:pt x="70731" y="13419"/>
                    <a:pt x="77229" y="18543"/>
                    <a:pt x="81842" y="25197"/>
                  </a:cubicBezTo>
                  <a:cubicBezTo>
                    <a:pt x="86589" y="31984"/>
                    <a:pt x="89139" y="40079"/>
                    <a:pt x="89117" y="48374"/>
                  </a:cubicBezTo>
                  <a:cubicBezTo>
                    <a:pt x="89117" y="70842"/>
                    <a:pt x="70864" y="89117"/>
                    <a:pt x="48396" y="89117"/>
                  </a:cubicBezTo>
                  <a:cubicBezTo>
                    <a:pt x="42341" y="89117"/>
                    <a:pt x="36353" y="87764"/>
                    <a:pt x="30897" y="85125"/>
                  </a:cubicBezTo>
                  <a:cubicBezTo>
                    <a:pt x="24065" y="81843"/>
                    <a:pt x="18254" y="76741"/>
                    <a:pt x="14129" y="70376"/>
                  </a:cubicBezTo>
                  <a:cubicBezTo>
                    <a:pt x="9893" y="63811"/>
                    <a:pt x="7653" y="56181"/>
                    <a:pt x="7653" y="48374"/>
                  </a:cubicBezTo>
                  <a:cubicBezTo>
                    <a:pt x="7653" y="25906"/>
                    <a:pt x="25928" y="7631"/>
                    <a:pt x="48396" y="7631"/>
                  </a:cubicBezTo>
                  <a:close/>
                  <a:moveTo>
                    <a:pt x="48396" y="1"/>
                  </a:moveTo>
                  <a:cubicBezTo>
                    <a:pt x="21714" y="1"/>
                    <a:pt x="1" y="21715"/>
                    <a:pt x="1" y="48374"/>
                  </a:cubicBezTo>
                  <a:cubicBezTo>
                    <a:pt x="1" y="67027"/>
                    <a:pt x="10980" y="84216"/>
                    <a:pt x="27969" y="92178"/>
                  </a:cubicBezTo>
                  <a:cubicBezTo>
                    <a:pt x="33115" y="94596"/>
                    <a:pt x="38637" y="96082"/>
                    <a:pt x="44293" y="96592"/>
                  </a:cubicBezTo>
                  <a:lnTo>
                    <a:pt x="45690" y="96703"/>
                  </a:lnTo>
                  <a:lnTo>
                    <a:pt x="45690" y="109256"/>
                  </a:lnTo>
                  <a:lnTo>
                    <a:pt x="43494" y="109256"/>
                  </a:lnTo>
                  <a:cubicBezTo>
                    <a:pt x="42363" y="109256"/>
                    <a:pt x="41454" y="110166"/>
                    <a:pt x="41454" y="111297"/>
                  </a:cubicBezTo>
                  <a:lnTo>
                    <a:pt x="41454" y="193648"/>
                  </a:lnTo>
                  <a:cubicBezTo>
                    <a:pt x="41454" y="194780"/>
                    <a:pt x="42363" y="195689"/>
                    <a:pt x="43494" y="195689"/>
                  </a:cubicBezTo>
                  <a:lnTo>
                    <a:pt x="53298" y="195689"/>
                  </a:lnTo>
                  <a:cubicBezTo>
                    <a:pt x="54407" y="195689"/>
                    <a:pt x="55338" y="194780"/>
                    <a:pt x="55338" y="193648"/>
                  </a:cubicBezTo>
                  <a:lnTo>
                    <a:pt x="55338" y="111297"/>
                  </a:lnTo>
                  <a:cubicBezTo>
                    <a:pt x="55338" y="110166"/>
                    <a:pt x="54407" y="109256"/>
                    <a:pt x="53298" y="109256"/>
                  </a:cubicBezTo>
                  <a:lnTo>
                    <a:pt x="51102" y="109256"/>
                  </a:lnTo>
                  <a:lnTo>
                    <a:pt x="51102" y="96703"/>
                  </a:lnTo>
                  <a:lnTo>
                    <a:pt x="52499" y="96592"/>
                  </a:lnTo>
                  <a:cubicBezTo>
                    <a:pt x="77318" y="94485"/>
                    <a:pt x="96769" y="73326"/>
                    <a:pt x="96769" y="48374"/>
                  </a:cubicBezTo>
                  <a:cubicBezTo>
                    <a:pt x="96769" y="28524"/>
                    <a:pt x="84814" y="10891"/>
                    <a:pt x="66317" y="3483"/>
                  </a:cubicBezTo>
                  <a:cubicBezTo>
                    <a:pt x="60617" y="1199"/>
                    <a:pt x="54540" y="1"/>
                    <a:pt x="48396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5"/>
            <p:cNvSpPr/>
            <p:nvPr/>
          </p:nvSpPr>
          <p:spPr>
            <a:xfrm>
              <a:off x="3604125" y="3280731"/>
              <a:ext cx="187425" cy="429750"/>
            </a:xfrm>
            <a:custGeom>
              <a:avLst/>
              <a:gdLst/>
              <a:ahLst/>
              <a:cxnLst/>
              <a:rect l="l" t="t" r="r" b="b"/>
              <a:pathLst>
                <a:path w="7497" h="17190" extrusionOk="0">
                  <a:moveTo>
                    <a:pt x="0" y="1"/>
                  </a:moveTo>
                  <a:lnTo>
                    <a:pt x="0" y="17190"/>
                  </a:lnTo>
                  <a:lnTo>
                    <a:pt x="7497" y="17190"/>
                  </a:lnTo>
                  <a:lnTo>
                    <a:pt x="7497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3" name="Google Shape;803;p45"/>
          <p:cNvSpPr txBox="1">
            <a:spLocks noGrp="1"/>
          </p:cNvSpPr>
          <p:nvPr>
            <p:ph type="title"/>
          </p:nvPr>
        </p:nvSpPr>
        <p:spPr>
          <a:xfrm>
            <a:off x="533400" y="285750"/>
            <a:ext cx="8153400" cy="80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 smtClean="0"/>
              <a:t>Conclusion and Recommendations</a:t>
            </a:r>
            <a:endParaRPr sz="4400" dirty="0"/>
          </a:p>
        </p:txBody>
      </p:sp>
      <p:sp>
        <p:nvSpPr>
          <p:cNvPr id="804" name="Google Shape;804;p45"/>
          <p:cNvSpPr txBox="1">
            <a:spLocks noGrp="1"/>
          </p:cNvSpPr>
          <p:nvPr>
            <p:ph type="subTitle" idx="1"/>
          </p:nvPr>
        </p:nvSpPr>
        <p:spPr>
          <a:xfrm>
            <a:off x="4038600" y="1200150"/>
            <a:ext cx="4876800" cy="32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err="1" smtClean="0"/>
              <a:t>Tramal</a:t>
            </a:r>
            <a:r>
              <a:rPr lang="en-US" sz="2000" dirty="0" smtClean="0"/>
              <a:t> </a:t>
            </a:r>
            <a:r>
              <a:rPr lang="en-US" sz="2000" dirty="0" smtClean="0"/>
              <a:t>and </a:t>
            </a:r>
            <a:r>
              <a:rPr lang="en-US" sz="2000" dirty="0" err="1" smtClean="0"/>
              <a:t>Lyrica</a:t>
            </a:r>
            <a:r>
              <a:rPr lang="en-US" sz="2000" dirty="0" smtClean="0"/>
              <a:t> have overlapping but distinct adverse effects.</a:t>
            </a:r>
          </a:p>
          <a:p>
            <a:r>
              <a:rPr lang="en-US" sz="2000" dirty="0" smtClean="0"/>
              <a:t>Further </a:t>
            </a:r>
            <a:r>
              <a:rPr lang="en-US" sz="2000" dirty="0" smtClean="0"/>
              <a:t>studies are essential to understand long-term outcomes and refine treatment recommendations.</a:t>
            </a:r>
          </a:p>
          <a:p>
            <a:r>
              <a:rPr lang="en-US" sz="2000" dirty="0" smtClean="0"/>
              <a:t>A </a:t>
            </a:r>
            <a:r>
              <a:rPr lang="en-US" sz="2000" dirty="0" smtClean="0"/>
              <a:t>deeper understanding of adverse effects could guide clinicians in drug selection, particularly for long-term pain management.</a:t>
            </a:r>
            <a:endParaRPr lang="en-US" sz="2000" dirty="0"/>
          </a:p>
        </p:txBody>
      </p:sp>
      <p:grpSp>
        <p:nvGrpSpPr>
          <p:cNvPr id="805" name="Google Shape;805;p45"/>
          <p:cNvGrpSpPr/>
          <p:nvPr/>
        </p:nvGrpSpPr>
        <p:grpSpPr>
          <a:xfrm>
            <a:off x="1580051" y="3644344"/>
            <a:ext cx="462161" cy="462161"/>
            <a:chOff x="2494029" y="3641144"/>
            <a:chExt cx="462161" cy="462161"/>
          </a:xfrm>
        </p:grpSpPr>
        <p:sp>
          <p:nvSpPr>
            <p:cNvPr id="806" name="Google Shape;806;p45"/>
            <p:cNvSpPr/>
            <p:nvPr/>
          </p:nvSpPr>
          <p:spPr>
            <a:xfrm>
              <a:off x="2650369" y="3715564"/>
              <a:ext cx="149449" cy="218517"/>
            </a:xfrm>
            <a:custGeom>
              <a:avLst/>
              <a:gdLst/>
              <a:ahLst/>
              <a:cxnLst/>
              <a:rect l="l" t="t" r="r" b="b"/>
              <a:pathLst>
                <a:path w="4663" h="6818" extrusionOk="0">
                  <a:moveTo>
                    <a:pt x="1" y="1"/>
                  </a:moveTo>
                  <a:lnTo>
                    <a:pt x="486" y="1304"/>
                  </a:lnTo>
                  <a:cubicBezTo>
                    <a:pt x="636" y="1671"/>
                    <a:pt x="703" y="2056"/>
                    <a:pt x="703" y="2457"/>
                  </a:cubicBezTo>
                  <a:lnTo>
                    <a:pt x="703" y="2490"/>
                  </a:lnTo>
                  <a:cubicBezTo>
                    <a:pt x="703" y="3275"/>
                    <a:pt x="987" y="4044"/>
                    <a:pt x="1521" y="4646"/>
                  </a:cubicBezTo>
                  <a:cubicBezTo>
                    <a:pt x="2039" y="5247"/>
                    <a:pt x="2323" y="6016"/>
                    <a:pt x="2323" y="6818"/>
                  </a:cubicBezTo>
                  <a:cubicBezTo>
                    <a:pt x="2340" y="6016"/>
                    <a:pt x="2624" y="5247"/>
                    <a:pt x="3142" y="4646"/>
                  </a:cubicBezTo>
                  <a:cubicBezTo>
                    <a:pt x="3677" y="4044"/>
                    <a:pt x="3961" y="3275"/>
                    <a:pt x="3961" y="2490"/>
                  </a:cubicBezTo>
                  <a:lnTo>
                    <a:pt x="3961" y="2457"/>
                  </a:lnTo>
                  <a:cubicBezTo>
                    <a:pt x="3961" y="2056"/>
                    <a:pt x="4028" y="1671"/>
                    <a:pt x="4161" y="1304"/>
                  </a:cubicBezTo>
                  <a:lnTo>
                    <a:pt x="4663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5"/>
            <p:cNvSpPr/>
            <p:nvPr/>
          </p:nvSpPr>
          <p:spPr>
            <a:xfrm>
              <a:off x="2494029" y="3641144"/>
              <a:ext cx="462161" cy="462161"/>
            </a:xfrm>
            <a:custGeom>
              <a:avLst/>
              <a:gdLst/>
              <a:ahLst/>
              <a:cxnLst/>
              <a:rect l="l" t="t" r="r" b="b"/>
              <a:pathLst>
                <a:path w="14420" h="14420" extrusionOk="0">
                  <a:moveTo>
                    <a:pt x="2161" y="2088"/>
                  </a:moveTo>
                  <a:cubicBezTo>
                    <a:pt x="2345" y="2088"/>
                    <a:pt x="2534" y="2155"/>
                    <a:pt x="2690" y="2306"/>
                  </a:cubicBezTo>
                  <a:lnTo>
                    <a:pt x="3308" y="2941"/>
                  </a:lnTo>
                  <a:lnTo>
                    <a:pt x="3609" y="3342"/>
                  </a:lnTo>
                  <a:cubicBezTo>
                    <a:pt x="4127" y="4094"/>
                    <a:pt x="4428" y="4979"/>
                    <a:pt x="4411" y="5898"/>
                  </a:cubicBezTo>
                  <a:cubicBezTo>
                    <a:pt x="4411" y="6166"/>
                    <a:pt x="4445" y="6433"/>
                    <a:pt x="4495" y="6700"/>
                  </a:cubicBezTo>
                  <a:cubicBezTo>
                    <a:pt x="4094" y="6617"/>
                    <a:pt x="3726" y="6433"/>
                    <a:pt x="3425" y="6149"/>
                  </a:cubicBezTo>
                  <a:cubicBezTo>
                    <a:pt x="4060" y="5798"/>
                    <a:pt x="4144" y="4912"/>
                    <a:pt x="3576" y="4461"/>
                  </a:cubicBezTo>
                  <a:lnTo>
                    <a:pt x="2991" y="3993"/>
                  </a:lnTo>
                  <a:cubicBezTo>
                    <a:pt x="2757" y="3810"/>
                    <a:pt x="2490" y="3709"/>
                    <a:pt x="2206" y="3709"/>
                  </a:cubicBezTo>
                  <a:cubicBezTo>
                    <a:pt x="1754" y="3709"/>
                    <a:pt x="1404" y="3358"/>
                    <a:pt x="1404" y="2924"/>
                  </a:cubicBezTo>
                  <a:lnTo>
                    <a:pt x="1404" y="2841"/>
                  </a:lnTo>
                  <a:cubicBezTo>
                    <a:pt x="1404" y="2387"/>
                    <a:pt x="1772" y="2088"/>
                    <a:pt x="2161" y="2088"/>
                  </a:cubicBezTo>
                  <a:close/>
                  <a:moveTo>
                    <a:pt x="12259" y="2088"/>
                  </a:moveTo>
                  <a:cubicBezTo>
                    <a:pt x="12647" y="2088"/>
                    <a:pt x="13016" y="2387"/>
                    <a:pt x="13016" y="2841"/>
                  </a:cubicBezTo>
                  <a:lnTo>
                    <a:pt x="13016" y="2924"/>
                  </a:lnTo>
                  <a:cubicBezTo>
                    <a:pt x="13016" y="3358"/>
                    <a:pt x="12665" y="3709"/>
                    <a:pt x="12214" y="3709"/>
                  </a:cubicBezTo>
                  <a:cubicBezTo>
                    <a:pt x="11930" y="3709"/>
                    <a:pt x="11663" y="3810"/>
                    <a:pt x="11429" y="3993"/>
                  </a:cubicBezTo>
                  <a:lnTo>
                    <a:pt x="10844" y="4461"/>
                  </a:lnTo>
                  <a:cubicBezTo>
                    <a:pt x="10276" y="4912"/>
                    <a:pt x="10359" y="5798"/>
                    <a:pt x="10994" y="6149"/>
                  </a:cubicBezTo>
                  <a:cubicBezTo>
                    <a:pt x="10694" y="6433"/>
                    <a:pt x="10326" y="6617"/>
                    <a:pt x="9925" y="6700"/>
                  </a:cubicBezTo>
                  <a:cubicBezTo>
                    <a:pt x="9975" y="6433"/>
                    <a:pt x="9992" y="6166"/>
                    <a:pt x="9992" y="5898"/>
                  </a:cubicBezTo>
                  <a:cubicBezTo>
                    <a:pt x="9992" y="4979"/>
                    <a:pt x="10276" y="4094"/>
                    <a:pt x="10811" y="3342"/>
                  </a:cubicBezTo>
                  <a:lnTo>
                    <a:pt x="11111" y="2941"/>
                  </a:lnTo>
                  <a:lnTo>
                    <a:pt x="11729" y="2306"/>
                  </a:lnTo>
                  <a:cubicBezTo>
                    <a:pt x="11885" y="2155"/>
                    <a:pt x="12074" y="2088"/>
                    <a:pt x="12259" y="2088"/>
                  </a:cubicBezTo>
                  <a:close/>
                  <a:moveTo>
                    <a:pt x="3008" y="0"/>
                  </a:moveTo>
                  <a:cubicBezTo>
                    <a:pt x="1353" y="0"/>
                    <a:pt x="0" y="1353"/>
                    <a:pt x="0" y="3008"/>
                  </a:cubicBezTo>
                  <a:cubicBezTo>
                    <a:pt x="0" y="3826"/>
                    <a:pt x="318" y="4612"/>
                    <a:pt x="902" y="5180"/>
                  </a:cubicBezTo>
                  <a:lnTo>
                    <a:pt x="1337" y="5614"/>
                  </a:lnTo>
                  <a:cubicBezTo>
                    <a:pt x="1754" y="6032"/>
                    <a:pt x="2323" y="6266"/>
                    <a:pt x="2924" y="6266"/>
                  </a:cubicBezTo>
                  <a:cubicBezTo>
                    <a:pt x="3342" y="6784"/>
                    <a:pt x="3943" y="7118"/>
                    <a:pt x="4595" y="7185"/>
                  </a:cubicBezTo>
                  <a:cubicBezTo>
                    <a:pt x="4762" y="7770"/>
                    <a:pt x="5029" y="8321"/>
                    <a:pt x="5397" y="8805"/>
                  </a:cubicBezTo>
                  <a:lnTo>
                    <a:pt x="5631" y="9140"/>
                  </a:lnTo>
                  <a:cubicBezTo>
                    <a:pt x="6199" y="9892"/>
                    <a:pt x="6516" y="10810"/>
                    <a:pt x="6516" y="11763"/>
                  </a:cubicBezTo>
                  <a:lnTo>
                    <a:pt x="6516" y="14403"/>
                  </a:lnTo>
                  <a:lnTo>
                    <a:pt x="6968" y="14403"/>
                  </a:lnTo>
                  <a:lnTo>
                    <a:pt x="6968" y="11763"/>
                  </a:lnTo>
                  <a:cubicBezTo>
                    <a:pt x="6968" y="10710"/>
                    <a:pt x="6633" y="9691"/>
                    <a:pt x="5998" y="8856"/>
                  </a:cubicBezTo>
                  <a:lnTo>
                    <a:pt x="5765" y="8521"/>
                  </a:lnTo>
                  <a:cubicBezTo>
                    <a:pt x="5196" y="7770"/>
                    <a:pt x="4879" y="6851"/>
                    <a:pt x="4879" y="5898"/>
                  </a:cubicBezTo>
                  <a:cubicBezTo>
                    <a:pt x="4879" y="4879"/>
                    <a:pt x="4562" y="3893"/>
                    <a:pt x="3977" y="3074"/>
                  </a:cubicBezTo>
                  <a:lnTo>
                    <a:pt x="3676" y="2657"/>
                  </a:lnTo>
                  <a:cubicBezTo>
                    <a:pt x="3676" y="2640"/>
                    <a:pt x="3659" y="2623"/>
                    <a:pt x="3659" y="2623"/>
                  </a:cubicBezTo>
                  <a:lnTo>
                    <a:pt x="3008" y="1988"/>
                  </a:lnTo>
                  <a:cubicBezTo>
                    <a:pt x="2758" y="1738"/>
                    <a:pt x="2451" y="1626"/>
                    <a:pt x="2151" y="1626"/>
                  </a:cubicBezTo>
                  <a:cubicBezTo>
                    <a:pt x="1529" y="1626"/>
                    <a:pt x="936" y="2108"/>
                    <a:pt x="936" y="2841"/>
                  </a:cubicBezTo>
                  <a:lnTo>
                    <a:pt x="936" y="2924"/>
                  </a:lnTo>
                  <a:cubicBezTo>
                    <a:pt x="936" y="3609"/>
                    <a:pt x="1504" y="4177"/>
                    <a:pt x="2189" y="4177"/>
                  </a:cubicBezTo>
                  <a:cubicBezTo>
                    <a:pt x="2373" y="4177"/>
                    <a:pt x="2556" y="4244"/>
                    <a:pt x="2690" y="4361"/>
                  </a:cubicBezTo>
                  <a:lnTo>
                    <a:pt x="3275" y="4829"/>
                  </a:lnTo>
                  <a:cubicBezTo>
                    <a:pt x="3693" y="5146"/>
                    <a:pt x="3459" y="5815"/>
                    <a:pt x="2941" y="5815"/>
                  </a:cubicBezTo>
                  <a:cubicBezTo>
                    <a:pt x="2456" y="5815"/>
                    <a:pt x="2005" y="5614"/>
                    <a:pt x="1654" y="5280"/>
                  </a:cubicBezTo>
                  <a:lnTo>
                    <a:pt x="1220" y="4846"/>
                  </a:lnTo>
                  <a:cubicBezTo>
                    <a:pt x="735" y="4361"/>
                    <a:pt x="468" y="3693"/>
                    <a:pt x="468" y="3008"/>
                  </a:cubicBezTo>
                  <a:cubicBezTo>
                    <a:pt x="468" y="1604"/>
                    <a:pt x="1604" y="468"/>
                    <a:pt x="3008" y="468"/>
                  </a:cubicBezTo>
                  <a:lnTo>
                    <a:pt x="3158" y="468"/>
                  </a:lnTo>
                  <a:cubicBezTo>
                    <a:pt x="3626" y="468"/>
                    <a:pt x="4094" y="602"/>
                    <a:pt x="4511" y="852"/>
                  </a:cubicBezTo>
                  <a:cubicBezTo>
                    <a:pt x="5338" y="1370"/>
                    <a:pt x="6274" y="1629"/>
                    <a:pt x="7210" y="1629"/>
                  </a:cubicBezTo>
                  <a:cubicBezTo>
                    <a:pt x="8146" y="1629"/>
                    <a:pt x="9081" y="1370"/>
                    <a:pt x="9908" y="852"/>
                  </a:cubicBezTo>
                  <a:cubicBezTo>
                    <a:pt x="10309" y="602"/>
                    <a:pt x="10777" y="468"/>
                    <a:pt x="11262" y="468"/>
                  </a:cubicBezTo>
                  <a:lnTo>
                    <a:pt x="11412" y="468"/>
                  </a:lnTo>
                  <a:cubicBezTo>
                    <a:pt x="12816" y="468"/>
                    <a:pt x="13952" y="1604"/>
                    <a:pt x="13952" y="3008"/>
                  </a:cubicBezTo>
                  <a:cubicBezTo>
                    <a:pt x="13952" y="3693"/>
                    <a:pt x="13684" y="4361"/>
                    <a:pt x="13183" y="4846"/>
                  </a:cubicBezTo>
                  <a:lnTo>
                    <a:pt x="12749" y="5280"/>
                  </a:lnTo>
                  <a:cubicBezTo>
                    <a:pt x="12415" y="5614"/>
                    <a:pt x="11963" y="5815"/>
                    <a:pt x="11479" y="5815"/>
                  </a:cubicBezTo>
                  <a:cubicBezTo>
                    <a:pt x="10961" y="5815"/>
                    <a:pt x="10727" y="5146"/>
                    <a:pt x="11128" y="4829"/>
                  </a:cubicBezTo>
                  <a:lnTo>
                    <a:pt x="11713" y="4361"/>
                  </a:lnTo>
                  <a:cubicBezTo>
                    <a:pt x="11863" y="4244"/>
                    <a:pt x="12030" y="4177"/>
                    <a:pt x="12214" y="4177"/>
                  </a:cubicBezTo>
                  <a:cubicBezTo>
                    <a:pt x="12916" y="4177"/>
                    <a:pt x="13484" y="3609"/>
                    <a:pt x="13484" y="2924"/>
                  </a:cubicBezTo>
                  <a:lnTo>
                    <a:pt x="13484" y="2841"/>
                  </a:lnTo>
                  <a:cubicBezTo>
                    <a:pt x="13484" y="2108"/>
                    <a:pt x="12883" y="1626"/>
                    <a:pt x="12256" y="1626"/>
                  </a:cubicBezTo>
                  <a:cubicBezTo>
                    <a:pt x="11954" y="1626"/>
                    <a:pt x="11645" y="1738"/>
                    <a:pt x="11395" y="1988"/>
                  </a:cubicBezTo>
                  <a:lnTo>
                    <a:pt x="10760" y="2623"/>
                  </a:lnTo>
                  <a:cubicBezTo>
                    <a:pt x="10760" y="2640"/>
                    <a:pt x="10744" y="2640"/>
                    <a:pt x="10744" y="2657"/>
                  </a:cubicBezTo>
                  <a:lnTo>
                    <a:pt x="10443" y="3074"/>
                  </a:lnTo>
                  <a:cubicBezTo>
                    <a:pt x="9841" y="3893"/>
                    <a:pt x="9524" y="4879"/>
                    <a:pt x="9524" y="5898"/>
                  </a:cubicBezTo>
                  <a:cubicBezTo>
                    <a:pt x="9524" y="6851"/>
                    <a:pt x="9223" y="7770"/>
                    <a:pt x="8655" y="8538"/>
                  </a:cubicBezTo>
                  <a:lnTo>
                    <a:pt x="8404" y="8856"/>
                  </a:lnTo>
                  <a:cubicBezTo>
                    <a:pt x="7786" y="9691"/>
                    <a:pt x="7435" y="10710"/>
                    <a:pt x="7435" y="11763"/>
                  </a:cubicBezTo>
                  <a:lnTo>
                    <a:pt x="7435" y="14420"/>
                  </a:lnTo>
                  <a:lnTo>
                    <a:pt x="7903" y="14420"/>
                  </a:lnTo>
                  <a:lnTo>
                    <a:pt x="7903" y="11763"/>
                  </a:lnTo>
                  <a:cubicBezTo>
                    <a:pt x="7903" y="10810"/>
                    <a:pt x="8221" y="9892"/>
                    <a:pt x="8789" y="9140"/>
                  </a:cubicBezTo>
                  <a:lnTo>
                    <a:pt x="9023" y="8805"/>
                  </a:lnTo>
                  <a:cubicBezTo>
                    <a:pt x="9390" y="8321"/>
                    <a:pt x="9658" y="7770"/>
                    <a:pt x="9825" y="7185"/>
                  </a:cubicBezTo>
                  <a:cubicBezTo>
                    <a:pt x="10476" y="7118"/>
                    <a:pt x="11078" y="6784"/>
                    <a:pt x="11496" y="6266"/>
                  </a:cubicBezTo>
                  <a:cubicBezTo>
                    <a:pt x="12097" y="6266"/>
                    <a:pt x="12665" y="6032"/>
                    <a:pt x="13083" y="5614"/>
                  </a:cubicBezTo>
                  <a:lnTo>
                    <a:pt x="13517" y="5180"/>
                  </a:lnTo>
                  <a:cubicBezTo>
                    <a:pt x="14085" y="4595"/>
                    <a:pt x="14420" y="3826"/>
                    <a:pt x="14420" y="3008"/>
                  </a:cubicBezTo>
                  <a:cubicBezTo>
                    <a:pt x="14420" y="1337"/>
                    <a:pt x="13066" y="0"/>
                    <a:pt x="11395" y="0"/>
                  </a:cubicBezTo>
                  <a:lnTo>
                    <a:pt x="11262" y="0"/>
                  </a:lnTo>
                  <a:cubicBezTo>
                    <a:pt x="10694" y="0"/>
                    <a:pt x="10142" y="150"/>
                    <a:pt x="9658" y="451"/>
                  </a:cubicBezTo>
                  <a:cubicBezTo>
                    <a:pt x="8906" y="927"/>
                    <a:pt x="8054" y="1165"/>
                    <a:pt x="7201" y="1165"/>
                  </a:cubicBezTo>
                  <a:cubicBezTo>
                    <a:pt x="6349" y="1165"/>
                    <a:pt x="5497" y="927"/>
                    <a:pt x="4745" y="451"/>
                  </a:cubicBezTo>
                  <a:cubicBezTo>
                    <a:pt x="4277" y="150"/>
                    <a:pt x="3726" y="0"/>
                    <a:pt x="3158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5"/>
            <p:cNvSpPr/>
            <p:nvPr/>
          </p:nvSpPr>
          <p:spPr>
            <a:xfrm>
              <a:off x="2643414" y="3712904"/>
              <a:ext cx="163359" cy="225985"/>
            </a:xfrm>
            <a:custGeom>
              <a:avLst/>
              <a:gdLst/>
              <a:ahLst/>
              <a:cxnLst/>
              <a:rect l="l" t="t" r="r" b="b"/>
              <a:pathLst>
                <a:path w="5097" h="7051" extrusionOk="0">
                  <a:moveTo>
                    <a:pt x="435" y="0"/>
                  </a:moveTo>
                  <a:lnTo>
                    <a:pt x="1" y="167"/>
                  </a:lnTo>
                  <a:lnTo>
                    <a:pt x="485" y="1470"/>
                  </a:lnTo>
                  <a:cubicBezTo>
                    <a:pt x="619" y="1805"/>
                    <a:pt x="686" y="2172"/>
                    <a:pt x="686" y="2540"/>
                  </a:cubicBezTo>
                  <a:lnTo>
                    <a:pt x="686" y="2573"/>
                  </a:lnTo>
                  <a:cubicBezTo>
                    <a:pt x="686" y="3425"/>
                    <a:pt x="1003" y="4244"/>
                    <a:pt x="1555" y="4879"/>
                  </a:cubicBezTo>
                  <a:cubicBezTo>
                    <a:pt x="2039" y="5447"/>
                    <a:pt x="2323" y="6165"/>
                    <a:pt x="2323" y="6901"/>
                  </a:cubicBezTo>
                  <a:lnTo>
                    <a:pt x="2323" y="7051"/>
                  </a:lnTo>
                  <a:lnTo>
                    <a:pt x="2774" y="7051"/>
                  </a:lnTo>
                  <a:lnTo>
                    <a:pt x="2774" y="6901"/>
                  </a:lnTo>
                  <a:cubicBezTo>
                    <a:pt x="2774" y="6165"/>
                    <a:pt x="3042" y="5447"/>
                    <a:pt x="3543" y="4879"/>
                  </a:cubicBezTo>
                  <a:cubicBezTo>
                    <a:pt x="4094" y="4244"/>
                    <a:pt x="4412" y="3425"/>
                    <a:pt x="4412" y="2573"/>
                  </a:cubicBezTo>
                  <a:lnTo>
                    <a:pt x="4412" y="2540"/>
                  </a:lnTo>
                  <a:cubicBezTo>
                    <a:pt x="4412" y="2172"/>
                    <a:pt x="4479" y="1805"/>
                    <a:pt x="4596" y="1470"/>
                  </a:cubicBezTo>
                  <a:lnTo>
                    <a:pt x="5097" y="167"/>
                  </a:lnTo>
                  <a:lnTo>
                    <a:pt x="4662" y="0"/>
                  </a:lnTo>
                  <a:lnTo>
                    <a:pt x="4161" y="1303"/>
                  </a:lnTo>
                  <a:cubicBezTo>
                    <a:pt x="4011" y="1704"/>
                    <a:pt x="3944" y="2122"/>
                    <a:pt x="3944" y="2540"/>
                  </a:cubicBezTo>
                  <a:lnTo>
                    <a:pt x="3944" y="2573"/>
                  </a:lnTo>
                  <a:cubicBezTo>
                    <a:pt x="3944" y="3308"/>
                    <a:pt x="3677" y="4027"/>
                    <a:pt x="3192" y="4578"/>
                  </a:cubicBezTo>
                  <a:cubicBezTo>
                    <a:pt x="2908" y="4896"/>
                    <a:pt x="2691" y="5246"/>
                    <a:pt x="2540" y="5647"/>
                  </a:cubicBezTo>
                  <a:cubicBezTo>
                    <a:pt x="2407" y="5246"/>
                    <a:pt x="2190" y="4896"/>
                    <a:pt x="1906" y="4578"/>
                  </a:cubicBezTo>
                  <a:cubicBezTo>
                    <a:pt x="1421" y="4027"/>
                    <a:pt x="1154" y="3308"/>
                    <a:pt x="1154" y="2573"/>
                  </a:cubicBezTo>
                  <a:lnTo>
                    <a:pt x="1154" y="2540"/>
                  </a:lnTo>
                  <a:cubicBezTo>
                    <a:pt x="1154" y="2122"/>
                    <a:pt x="1070" y="1704"/>
                    <a:pt x="936" y="1303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45"/>
          <p:cNvGrpSpPr/>
          <p:nvPr/>
        </p:nvGrpSpPr>
        <p:grpSpPr>
          <a:xfrm>
            <a:off x="2057400" y="1504950"/>
            <a:ext cx="1200657" cy="1165851"/>
            <a:chOff x="2984009" y="1618500"/>
            <a:chExt cx="1200657" cy="1165851"/>
          </a:xfrm>
        </p:grpSpPr>
        <p:sp>
          <p:nvSpPr>
            <p:cNvPr id="810" name="Google Shape;810;p45"/>
            <p:cNvSpPr/>
            <p:nvPr/>
          </p:nvSpPr>
          <p:spPr>
            <a:xfrm>
              <a:off x="3470240" y="1630840"/>
              <a:ext cx="228164" cy="532318"/>
            </a:xfrm>
            <a:custGeom>
              <a:avLst/>
              <a:gdLst/>
              <a:ahLst/>
              <a:cxnLst/>
              <a:rect l="l" t="t" r="r" b="b"/>
              <a:pathLst>
                <a:path w="7119" h="16609" extrusionOk="0">
                  <a:moveTo>
                    <a:pt x="2373" y="0"/>
                  </a:moveTo>
                  <a:lnTo>
                    <a:pt x="2373" y="10677"/>
                  </a:lnTo>
                  <a:lnTo>
                    <a:pt x="1" y="13651"/>
                  </a:lnTo>
                  <a:lnTo>
                    <a:pt x="586" y="16609"/>
                  </a:lnTo>
                  <a:lnTo>
                    <a:pt x="3560" y="13050"/>
                  </a:lnTo>
                  <a:lnTo>
                    <a:pt x="6517" y="16609"/>
                  </a:lnTo>
                  <a:lnTo>
                    <a:pt x="7119" y="13651"/>
                  </a:lnTo>
                  <a:lnTo>
                    <a:pt x="4746" y="10677"/>
                  </a:lnTo>
                  <a:lnTo>
                    <a:pt x="4746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5"/>
            <p:cNvSpPr/>
            <p:nvPr/>
          </p:nvSpPr>
          <p:spPr>
            <a:xfrm>
              <a:off x="2984009" y="1618500"/>
              <a:ext cx="1200657" cy="1165851"/>
            </a:xfrm>
            <a:custGeom>
              <a:avLst/>
              <a:gdLst/>
              <a:ahLst/>
              <a:cxnLst/>
              <a:rect l="l" t="t" r="r" b="b"/>
              <a:pathLst>
                <a:path w="37462" h="36376" extrusionOk="0">
                  <a:moveTo>
                    <a:pt x="19533" y="4930"/>
                  </a:moveTo>
                  <a:lnTo>
                    <a:pt x="19533" y="6534"/>
                  </a:lnTo>
                  <a:lnTo>
                    <a:pt x="17929" y="6534"/>
                  </a:lnTo>
                  <a:lnTo>
                    <a:pt x="17929" y="4930"/>
                  </a:lnTo>
                  <a:close/>
                  <a:moveTo>
                    <a:pt x="19533" y="7303"/>
                  </a:moveTo>
                  <a:lnTo>
                    <a:pt x="19533" y="8907"/>
                  </a:lnTo>
                  <a:lnTo>
                    <a:pt x="17929" y="8907"/>
                  </a:lnTo>
                  <a:lnTo>
                    <a:pt x="17929" y="7303"/>
                  </a:lnTo>
                  <a:close/>
                  <a:moveTo>
                    <a:pt x="19533" y="9675"/>
                  </a:moveTo>
                  <a:lnTo>
                    <a:pt x="19533" y="11079"/>
                  </a:lnTo>
                  <a:cubicBezTo>
                    <a:pt x="19533" y="11162"/>
                    <a:pt x="19566" y="11246"/>
                    <a:pt x="19616" y="11313"/>
                  </a:cubicBezTo>
                  <a:lnTo>
                    <a:pt x="21705" y="13936"/>
                  </a:lnTo>
                  <a:lnTo>
                    <a:pt x="21321" y="15958"/>
                  </a:lnTo>
                  <a:lnTo>
                    <a:pt x="19031" y="13201"/>
                  </a:lnTo>
                  <a:cubicBezTo>
                    <a:pt x="18948" y="13117"/>
                    <a:pt x="18839" y="13075"/>
                    <a:pt x="18731" y="13075"/>
                  </a:cubicBezTo>
                  <a:cubicBezTo>
                    <a:pt x="18622" y="13075"/>
                    <a:pt x="18514" y="13117"/>
                    <a:pt x="18430" y="13201"/>
                  </a:cubicBezTo>
                  <a:lnTo>
                    <a:pt x="16141" y="15958"/>
                  </a:lnTo>
                  <a:lnTo>
                    <a:pt x="15740" y="13936"/>
                  </a:lnTo>
                  <a:lnTo>
                    <a:pt x="17845" y="11313"/>
                  </a:lnTo>
                  <a:cubicBezTo>
                    <a:pt x="17895" y="11246"/>
                    <a:pt x="17929" y="11162"/>
                    <a:pt x="17929" y="11062"/>
                  </a:cubicBezTo>
                  <a:lnTo>
                    <a:pt x="17929" y="9675"/>
                  </a:lnTo>
                  <a:close/>
                  <a:moveTo>
                    <a:pt x="11730" y="10260"/>
                  </a:moveTo>
                  <a:lnTo>
                    <a:pt x="11546" y="11045"/>
                  </a:lnTo>
                  <a:cubicBezTo>
                    <a:pt x="10995" y="13585"/>
                    <a:pt x="9742" y="15907"/>
                    <a:pt x="7920" y="17762"/>
                  </a:cubicBezTo>
                  <a:lnTo>
                    <a:pt x="8472" y="18314"/>
                  </a:lnTo>
                  <a:cubicBezTo>
                    <a:pt x="8990" y="17779"/>
                    <a:pt x="9457" y="17211"/>
                    <a:pt x="9892" y="16609"/>
                  </a:cubicBezTo>
                  <a:lnTo>
                    <a:pt x="10009" y="16425"/>
                  </a:lnTo>
                  <a:lnTo>
                    <a:pt x="11813" y="17779"/>
                  </a:lnTo>
                  <a:lnTo>
                    <a:pt x="12265" y="17161"/>
                  </a:lnTo>
                  <a:lnTo>
                    <a:pt x="10427" y="15791"/>
                  </a:lnTo>
                  <a:lnTo>
                    <a:pt x="10527" y="15623"/>
                  </a:lnTo>
                  <a:cubicBezTo>
                    <a:pt x="11362" y="14253"/>
                    <a:pt x="11947" y="12766"/>
                    <a:pt x="12298" y="11212"/>
                  </a:cubicBezTo>
                  <a:lnTo>
                    <a:pt x="12498" y="10327"/>
                  </a:lnTo>
                  <a:lnTo>
                    <a:pt x="12716" y="10377"/>
                  </a:lnTo>
                  <a:cubicBezTo>
                    <a:pt x="13735" y="10661"/>
                    <a:pt x="14503" y="11496"/>
                    <a:pt x="14687" y="12516"/>
                  </a:cubicBezTo>
                  <a:lnTo>
                    <a:pt x="15974" y="19182"/>
                  </a:lnTo>
                  <a:lnTo>
                    <a:pt x="14771" y="20034"/>
                  </a:lnTo>
                  <a:cubicBezTo>
                    <a:pt x="13050" y="21271"/>
                    <a:pt x="10978" y="21939"/>
                    <a:pt x="8856" y="21956"/>
                  </a:cubicBezTo>
                  <a:lnTo>
                    <a:pt x="8856" y="22725"/>
                  </a:lnTo>
                  <a:cubicBezTo>
                    <a:pt x="9625" y="22725"/>
                    <a:pt x="10393" y="22624"/>
                    <a:pt x="11145" y="22474"/>
                  </a:cubicBezTo>
                  <a:lnTo>
                    <a:pt x="11529" y="22390"/>
                  </a:lnTo>
                  <a:lnTo>
                    <a:pt x="10744" y="24379"/>
                  </a:lnTo>
                  <a:lnTo>
                    <a:pt x="11446" y="24663"/>
                  </a:lnTo>
                  <a:lnTo>
                    <a:pt x="12482" y="22090"/>
                  </a:lnTo>
                  <a:lnTo>
                    <a:pt x="12565" y="22056"/>
                  </a:lnTo>
                  <a:cubicBezTo>
                    <a:pt x="13501" y="21705"/>
                    <a:pt x="14403" y="21238"/>
                    <a:pt x="15205" y="20669"/>
                  </a:cubicBezTo>
                  <a:lnTo>
                    <a:pt x="16124" y="20001"/>
                  </a:lnTo>
                  <a:lnTo>
                    <a:pt x="16759" y="23309"/>
                  </a:lnTo>
                  <a:cubicBezTo>
                    <a:pt x="17026" y="24663"/>
                    <a:pt x="17160" y="26050"/>
                    <a:pt x="17160" y="27420"/>
                  </a:cubicBezTo>
                  <a:cubicBezTo>
                    <a:pt x="17160" y="29324"/>
                    <a:pt x="15623" y="30862"/>
                    <a:pt x="13718" y="30862"/>
                  </a:cubicBezTo>
                  <a:cubicBezTo>
                    <a:pt x="12281" y="30862"/>
                    <a:pt x="10928" y="31597"/>
                    <a:pt x="10159" y="32833"/>
                  </a:cubicBezTo>
                  <a:lnTo>
                    <a:pt x="9441" y="33986"/>
                  </a:lnTo>
                  <a:cubicBezTo>
                    <a:pt x="8806" y="35005"/>
                    <a:pt x="7720" y="35607"/>
                    <a:pt x="6533" y="35607"/>
                  </a:cubicBezTo>
                  <a:lnTo>
                    <a:pt x="5197" y="35607"/>
                  </a:lnTo>
                  <a:cubicBezTo>
                    <a:pt x="2707" y="35607"/>
                    <a:pt x="853" y="33284"/>
                    <a:pt x="1404" y="30862"/>
                  </a:cubicBezTo>
                  <a:lnTo>
                    <a:pt x="1738" y="29408"/>
                  </a:lnTo>
                  <a:lnTo>
                    <a:pt x="3793" y="30444"/>
                  </a:lnTo>
                  <a:cubicBezTo>
                    <a:pt x="5180" y="31129"/>
                    <a:pt x="6300" y="32232"/>
                    <a:pt x="7018" y="33602"/>
                  </a:cubicBezTo>
                  <a:lnTo>
                    <a:pt x="7703" y="33251"/>
                  </a:lnTo>
                  <a:cubicBezTo>
                    <a:pt x="7419" y="32700"/>
                    <a:pt x="7068" y="32182"/>
                    <a:pt x="6650" y="31714"/>
                  </a:cubicBezTo>
                  <a:lnTo>
                    <a:pt x="6517" y="31547"/>
                  </a:lnTo>
                  <a:lnTo>
                    <a:pt x="8706" y="29893"/>
                  </a:lnTo>
                  <a:lnTo>
                    <a:pt x="8238" y="29274"/>
                  </a:lnTo>
                  <a:lnTo>
                    <a:pt x="5965" y="30995"/>
                  </a:lnTo>
                  <a:lnTo>
                    <a:pt x="5832" y="30878"/>
                  </a:lnTo>
                  <a:cubicBezTo>
                    <a:pt x="5314" y="30444"/>
                    <a:pt x="4746" y="30060"/>
                    <a:pt x="4144" y="29742"/>
                  </a:cubicBezTo>
                  <a:lnTo>
                    <a:pt x="1922" y="28639"/>
                  </a:lnTo>
                  <a:lnTo>
                    <a:pt x="2273" y="27069"/>
                  </a:lnTo>
                  <a:cubicBezTo>
                    <a:pt x="3576" y="21338"/>
                    <a:pt x="6149" y="15958"/>
                    <a:pt x="9775" y="11329"/>
                  </a:cubicBezTo>
                  <a:cubicBezTo>
                    <a:pt x="10193" y="10811"/>
                    <a:pt x="10761" y="10461"/>
                    <a:pt x="11412" y="10327"/>
                  </a:cubicBezTo>
                  <a:lnTo>
                    <a:pt x="11730" y="10260"/>
                  </a:lnTo>
                  <a:close/>
                  <a:moveTo>
                    <a:pt x="25732" y="10260"/>
                  </a:moveTo>
                  <a:lnTo>
                    <a:pt x="26049" y="10327"/>
                  </a:lnTo>
                  <a:cubicBezTo>
                    <a:pt x="26701" y="10461"/>
                    <a:pt x="27286" y="10811"/>
                    <a:pt x="27687" y="11329"/>
                  </a:cubicBezTo>
                  <a:cubicBezTo>
                    <a:pt x="31312" y="15958"/>
                    <a:pt x="33885" y="21338"/>
                    <a:pt x="35189" y="27069"/>
                  </a:cubicBezTo>
                  <a:lnTo>
                    <a:pt x="35540" y="28639"/>
                  </a:lnTo>
                  <a:lnTo>
                    <a:pt x="33317" y="29742"/>
                  </a:lnTo>
                  <a:cubicBezTo>
                    <a:pt x="32716" y="30060"/>
                    <a:pt x="32148" y="30444"/>
                    <a:pt x="31630" y="30878"/>
                  </a:cubicBezTo>
                  <a:lnTo>
                    <a:pt x="31496" y="30995"/>
                  </a:lnTo>
                  <a:lnTo>
                    <a:pt x="29224" y="29274"/>
                  </a:lnTo>
                  <a:lnTo>
                    <a:pt x="28756" y="29893"/>
                  </a:lnTo>
                  <a:lnTo>
                    <a:pt x="30945" y="31547"/>
                  </a:lnTo>
                  <a:lnTo>
                    <a:pt x="30811" y="31714"/>
                  </a:lnTo>
                  <a:cubicBezTo>
                    <a:pt x="30393" y="32182"/>
                    <a:pt x="30042" y="32700"/>
                    <a:pt x="29758" y="33251"/>
                  </a:cubicBezTo>
                  <a:lnTo>
                    <a:pt x="30443" y="33602"/>
                  </a:lnTo>
                  <a:cubicBezTo>
                    <a:pt x="31162" y="32232"/>
                    <a:pt x="32281" y="31129"/>
                    <a:pt x="33668" y="30444"/>
                  </a:cubicBezTo>
                  <a:lnTo>
                    <a:pt x="35723" y="29408"/>
                  </a:lnTo>
                  <a:lnTo>
                    <a:pt x="36058" y="30862"/>
                  </a:lnTo>
                  <a:cubicBezTo>
                    <a:pt x="36609" y="33284"/>
                    <a:pt x="34754" y="35607"/>
                    <a:pt x="32265" y="35607"/>
                  </a:cubicBezTo>
                  <a:lnTo>
                    <a:pt x="30928" y="35607"/>
                  </a:lnTo>
                  <a:cubicBezTo>
                    <a:pt x="29742" y="35607"/>
                    <a:pt x="28639" y="35005"/>
                    <a:pt x="28021" y="33986"/>
                  </a:cubicBezTo>
                  <a:lnTo>
                    <a:pt x="27302" y="32833"/>
                  </a:lnTo>
                  <a:cubicBezTo>
                    <a:pt x="26534" y="31597"/>
                    <a:pt x="25180" y="30862"/>
                    <a:pt x="23727" y="30862"/>
                  </a:cubicBezTo>
                  <a:cubicBezTo>
                    <a:pt x="21839" y="30862"/>
                    <a:pt x="20301" y="29324"/>
                    <a:pt x="20301" y="27420"/>
                  </a:cubicBezTo>
                  <a:cubicBezTo>
                    <a:pt x="20301" y="26050"/>
                    <a:pt x="20435" y="24663"/>
                    <a:pt x="20686" y="23309"/>
                  </a:cubicBezTo>
                  <a:lnTo>
                    <a:pt x="21321" y="20001"/>
                  </a:lnTo>
                  <a:lnTo>
                    <a:pt x="22256" y="20669"/>
                  </a:lnTo>
                  <a:cubicBezTo>
                    <a:pt x="23058" y="21238"/>
                    <a:pt x="23944" y="21705"/>
                    <a:pt x="24896" y="22056"/>
                  </a:cubicBezTo>
                  <a:lnTo>
                    <a:pt x="24980" y="22090"/>
                  </a:lnTo>
                  <a:lnTo>
                    <a:pt x="26016" y="24663"/>
                  </a:lnTo>
                  <a:lnTo>
                    <a:pt x="26717" y="24379"/>
                  </a:lnTo>
                  <a:lnTo>
                    <a:pt x="25932" y="22390"/>
                  </a:lnTo>
                  <a:lnTo>
                    <a:pt x="26316" y="22474"/>
                  </a:lnTo>
                  <a:cubicBezTo>
                    <a:pt x="27068" y="22641"/>
                    <a:pt x="27837" y="22725"/>
                    <a:pt x="28605" y="22725"/>
                  </a:cubicBezTo>
                  <a:lnTo>
                    <a:pt x="28605" y="21956"/>
                  </a:lnTo>
                  <a:cubicBezTo>
                    <a:pt x="26484" y="21939"/>
                    <a:pt x="24412" y="21271"/>
                    <a:pt x="22691" y="20034"/>
                  </a:cubicBezTo>
                  <a:lnTo>
                    <a:pt x="21488" y="19182"/>
                  </a:lnTo>
                  <a:lnTo>
                    <a:pt x="22774" y="12516"/>
                  </a:lnTo>
                  <a:cubicBezTo>
                    <a:pt x="22975" y="11496"/>
                    <a:pt x="23727" y="10661"/>
                    <a:pt x="24746" y="10377"/>
                  </a:cubicBezTo>
                  <a:lnTo>
                    <a:pt x="24963" y="10327"/>
                  </a:lnTo>
                  <a:lnTo>
                    <a:pt x="25164" y="11212"/>
                  </a:lnTo>
                  <a:cubicBezTo>
                    <a:pt x="25514" y="12766"/>
                    <a:pt x="26099" y="14253"/>
                    <a:pt x="26935" y="15623"/>
                  </a:cubicBezTo>
                  <a:lnTo>
                    <a:pt x="27035" y="15791"/>
                  </a:lnTo>
                  <a:lnTo>
                    <a:pt x="25197" y="17161"/>
                  </a:lnTo>
                  <a:lnTo>
                    <a:pt x="25648" y="17779"/>
                  </a:lnTo>
                  <a:lnTo>
                    <a:pt x="27453" y="16425"/>
                  </a:lnTo>
                  <a:lnTo>
                    <a:pt x="27570" y="16609"/>
                  </a:lnTo>
                  <a:cubicBezTo>
                    <a:pt x="28004" y="17211"/>
                    <a:pt x="28472" y="17779"/>
                    <a:pt x="28990" y="18314"/>
                  </a:cubicBezTo>
                  <a:lnTo>
                    <a:pt x="29541" y="17762"/>
                  </a:lnTo>
                  <a:cubicBezTo>
                    <a:pt x="27720" y="15907"/>
                    <a:pt x="26467" y="13585"/>
                    <a:pt x="25915" y="11045"/>
                  </a:cubicBezTo>
                  <a:lnTo>
                    <a:pt x="25732" y="10260"/>
                  </a:lnTo>
                  <a:close/>
                  <a:moveTo>
                    <a:pt x="17160" y="1"/>
                  </a:moveTo>
                  <a:lnTo>
                    <a:pt x="17160" y="10928"/>
                  </a:lnTo>
                  <a:lnTo>
                    <a:pt x="15556" y="12933"/>
                  </a:lnTo>
                  <a:lnTo>
                    <a:pt x="15439" y="12382"/>
                  </a:lnTo>
                  <a:cubicBezTo>
                    <a:pt x="15092" y="10555"/>
                    <a:pt x="13529" y="9495"/>
                    <a:pt x="11939" y="9495"/>
                  </a:cubicBezTo>
                  <a:cubicBezTo>
                    <a:pt x="10926" y="9495"/>
                    <a:pt x="9902" y="9925"/>
                    <a:pt x="9173" y="10862"/>
                  </a:cubicBezTo>
                  <a:cubicBezTo>
                    <a:pt x="5464" y="15573"/>
                    <a:pt x="2858" y="21054"/>
                    <a:pt x="1521" y="26902"/>
                  </a:cubicBezTo>
                  <a:lnTo>
                    <a:pt x="652" y="30695"/>
                  </a:lnTo>
                  <a:cubicBezTo>
                    <a:pt x="0" y="33602"/>
                    <a:pt x="2206" y="36375"/>
                    <a:pt x="5197" y="36375"/>
                  </a:cubicBezTo>
                  <a:lnTo>
                    <a:pt x="6533" y="36375"/>
                  </a:lnTo>
                  <a:cubicBezTo>
                    <a:pt x="7970" y="36375"/>
                    <a:pt x="9324" y="35640"/>
                    <a:pt x="10092" y="34404"/>
                  </a:cubicBezTo>
                  <a:lnTo>
                    <a:pt x="10811" y="33234"/>
                  </a:lnTo>
                  <a:cubicBezTo>
                    <a:pt x="11446" y="32232"/>
                    <a:pt x="12549" y="31630"/>
                    <a:pt x="13718" y="31630"/>
                  </a:cubicBezTo>
                  <a:cubicBezTo>
                    <a:pt x="16041" y="31630"/>
                    <a:pt x="17929" y="29742"/>
                    <a:pt x="17929" y="27420"/>
                  </a:cubicBezTo>
                  <a:cubicBezTo>
                    <a:pt x="17929" y="25999"/>
                    <a:pt x="17795" y="24563"/>
                    <a:pt x="17528" y="23159"/>
                  </a:cubicBezTo>
                  <a:lnTo>
                    <a:pt x="16325" y="16927"/>
                  </a:lnTo>
                  <a:lnTo>
                    <a:pt x="18731" y="14036"/>
                  </a:lnTo>
                  <a:lnTo>
                    <a:pt x="21137" y="16927"/>
                  </a:lnTo>
                  <a:lnTo>
                    <a:pt x="19934" y="23159"/>
                  </a:lnTo>
                  <a:cubicBezTo>
                    <a:pt x="19666" y="24563"/>
                    <a:pt x="19533" y="25999"/>
                    <a:pt x="19533" y="27420"/>
                  </a:cubicBezTo>
                  <a:cubicBezTo>
                    <a:pt x="19533" y="29742"/>
                    <a:pt x="21421" y="31630"/>
                    <a:pt x="23727" y="31630"/>
                  </a:cubicBezTo>
                  <a:cubicBezTo>
                    <a:pt x="24913" y="31630"/>
                    <a:pt x="26016" y="32232"/>
                    <a:pt x="26651" y="33234"/>
                  </a:cubicBezTo>
                  <a:lnTo>
                    <a:pt x="27369" y="34404"/>
                  </a:lnTo>
                  <a:cubicBezTo>
                    <a:pt x="28138" y="35624"/>
                    <a:pt x="29474" y="36375"/>
                    <a:pt x="30928" y="36375"/>
                  </a:cubicBezTo>
                  <a:lnTo>
                    <a:pt x="32265" y="36375"/>
                  </a:lnTo>
                  <a:cubicBezTo>
                    <a:pt x="35256" y="36375"/>
                    <a:pt x="37461" y="33602"/>
                    <a:pt x="36793" y="30695"/>
                  </a:cubicBezTo>
                  <a:lnTo>
                    <a:pt x="35941" y="26902"/>
                  </a:lnTo>
                  <a:cubicBezTo>
                    <a:pt x="34604" y="21054"/>
                    <a:pt x="31981" y="15573"/>
                    <a:pt x="28288" y="10862"/>
                  </a:cubicBezTo>
                  <a:cubicBezTo>
                    <a:pt x="27553" y="9931"/>
                    <a:pt x="26526" y="9502"/>
                    <a:pt x="25512" y="9502"/>
                  </a:cubicBezTo>
                  <a:cubicBezTo>
                    <a:pt x="23922" y="9502"/>
                    <a:pt x="22363" y="10556"/>
                    <a:pt x="22006" y="12382"/>
                  </a:cubicBezTo>
                  <a:lnTo>
                    <a:pt x="21905" y="12933"/>
                  </a:lnTo>
                  <a:lnTo>
                    <a:pt x="20301" y="10928"/>
                  </a:lnTo>
                  <a:lnTo>
                    <a:pt x="20301" y="1"/>
                  </a:lnTo>
                  <a:lnTo>
                    <a:pt x="19533" y="1"/>
                  </a:lnTo>
                  <a:lnTo>
                    <a:pt x="19533" y="4161"/>
                  </a:lnTo>
                  <a:lnTo>
                    <a:pt x="17929" y="4161"/>
                  </a:lnTo>
                  <a:lnTo>
                    <a:pt x="17929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2" name="Google Shape;812;p45"/>
          <p:cNvGrpSpPr/>
          <p:nvPr/>
        </p:nvGrpSpPr>
        <p:grpSpPr>
          <a:xfrm>
            <a:off x="622394" y="2155047"/>
            <a:ext cx="463219" cy="462930"/>
            <a:chOff x="1612045" y="2241104"/>
            <a:chExt cx="463219" cy="462930"/>
          </a:xfrm>
        </p:grpSpPr>
        <p:sp>
          <p:nvSpPr>
            <p:cNvPr id="813" name="Google Shape;813;p45"/>
            <p:cNvSpPr/>
            <p:nvPr/>
          </p:nvSpPr>
          <p:spPr>
            <a:xfrm>
              <a:off x="1977800" y="2495132"/>
              <a:ext cx="59998" cy="134450"/>
            </a:xfrm>
            <a:custGeom>
              <a:avLst/>
              <a:gdLst/>
              <a:ahLst/>
              <a:cxnLst/>
              <a:rect l="l" t="t" r="r" b="b"/>
              <a:pathLst>
                <a:path w="1872" h="4195" extrusionOk="0">
                  <a:moveTo>
                    <a:pt x="936" y="1"/>
                  </a:moveTo>
                  <a:lnTo>
                    <a:pt x="0" y="452"/>
                  </a:lnTo>
                  <a:cubicBezTo>
                    <a:pt x="618" y="1221"/>
                    <a:pt x="936" y="2156"/>
                    <a:pt x="936" y="3109"/>
                  </a:cubicBezTo>
                  <a:lnTo>
                    <a:pt x="936" y="4195"/>
                  </a:lnTo>
                  <a:lnTo>
                    <a:pt x="1871" y="4195"/>
                  </a:lnTo>
                  <a:lnTo>
                    <a:pt x="1871" y="2657"/>
                  </a:lnTo>
                  <a:cubicBezTo>
                    <a:pt x="1871" y="1688"/>
                    <a:pt x="1537" y="753"/>
                    <a:pt x="936" y="1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5"/>
            <p:cNvSpPr/>
            <p:nvPr/>
          </p:nvSpPr>
          <p:spPr>
            <a:xfrm>
              <a:off x="1716464" y="2248283"/>
              <a:ext cx="59998" cy="149417"/>
            </a:xfrm>
            <a:custGeom>
              <a:avLst/>
              <a:gdLst/>
              <a:ahLst/>
              <a:cxnLst/>
              <a:rect l="l" t="t" r="r" b="b"/>
              <a:pathLst>
                <a:path w="1872" h="4662" extrusionOk="0">
                  <a:moveTo>
                    <a:pt x="936" y="0"/>
                  </a:moveTo>
                  <a:cubicBezTo>
                    <a:pt x="334" y="752"/>
                    <a:pt x="0" y="1704"/>
                    <a:pt x="0" y="2657"/>
                  </a:cubicBezTo>
                  <a:lnTo>
                    <a:pt x="0" y="4662"/>
                  </a:lnTo>
                  <a:lnTo>
                    <a:pt x="936" y="4662"/>
                  </a:lnTo>
                  <a:lnTo>
                    <a:pt x="936" y="3125"/>
                  </a:lnTo>
                  <a:cubicBezTo>
                    <a:pt x="936" y="2156"/>
                    <a:pt x="1270" y="1220"/>
                    <a:pt x="1872" y="468"/>
                  </a:cubicBezTo>
                  <a:lnTo>
                    <a:pt x="936" y="0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5"/>
            <p:cNvSpPr/>
            <p:nvPr/>
          </p:nvSpPr>
          <p:spPr>
            <a:xfrm>
              <a:off x="1612045" y="2241104"/>
              <a:ext cx="463219" cy="462930"/>
            </a:xfrm>
            <a:custGeom>
              <a:avLst/>
              <a:gdLst/>
              <a:ahLst/>
              <a:cxnLst/>
              <a:rect l="l" t="t" r="r" b="b"/>
              <a:pathLst>
                <a:path w="14453" h="14444" extrusionOk="0">
                  <a:moveTo>
                    <a:pt x="9724" y="525"/>
                  </a:moveTo>
                  <a:cubicBezTo>
                    <a:pt x="10226" y="1210"/>
                    <a:pt x="10493" y="2045"/>
                    <a:pt x="10493" y="2881"/>
                  </a:cubicBezTo>
                  <a:lnTo>
                    <a:pt x="10493" y="4184"/>
                  </a:lnTo>
                  <a:lnTo>
                    <a:pt x="10025" y="4184"/>
                  </a:lnTo>
                  <a:lnTo>
                    <a:pt x="10025" y="3349"/>
                  </a:lnTo>
                  <a:cubicBezTo>
                    <a:pt x="10025" y="2430"/>
                    <a:pt x="9741" y="1527"/>
                    <a:pt x="9206" y="776"/>
                  </a:cubicBezTo>
                  <a:lnTo>
                    <a:pt x="9724" y="525"/>
                  </a:lnTo>
                  <a:close/>
                  <a:moveTo>
                    <a:pt x="4261" y="525"/>
                  </a:moveTo>
                  <a:lnTo>
                    <a:pt x="4779" y="776"/>
                  </a:lnTo>
                  <a:cubicBezTo>
                    <a:pt x="4244" y="1527"/>
                    <a:pt x="3960" y="2430"/>
                    <a:pt x="3960" y="3349"/>
                  </a:cubicBezTo>
                  <a:lnTo>
                    <a:pt x="3960" y="4652"/>
                  </a:lnTo>
                  <a:lnTo>
                    <a:pt x="3492" y="4652"/>
                  </a:lnTo>
                  <a:lnTo>
                    <a:pt x="3492" y="2881"/>
                  </a:lnTo>
                  <a:cubicBezTo>
                    <a:pt x="3492" y="2045"/>
                    <a:pt x="3759" y="1210"/>
                    <a:pt x="4261" y="525"/>
                  </a:cubicBezTo>
                  <a:close/>
                  <a:moveTo>
                    <a:pt x="4992" y="3498"/>
                  </a:moveTo>
                  <a:cubicBezTo>
                    <a:pt x="5729" y="3498"/>
                    <a:pt x="6462" y="3680"/>
                    <a:pt x="7118" y="4000"/>
                  </a:cubicBezTo>
                  <a:cubicBezTo>
                    <a:pt x="7151" y="4017"/>
                    <a:pt x="7185" y="4034"/>
                    <a:pt x="7218" y="4034"/>
                  </a:cubicBezTo>
                  <a:cubicBezTo>
                    <a:pt x="7268" y="4034"/>
                    <a:pt x="7302" y="4017"/>
                    <a:pt x="7335" y="4000"/>
                  </a:cubicBezTo>
                  <a:cubicBezTo>
                    <a:pt x="8020" y="3666"/>
                    <a:pt x="8789" y="3499"/>
                    <a:pt x="9557" y="3499"/>
                  </a:cubicBezTo>
                  <a:lnTo>
                    <a:pt x="9557" y="4418"/>
                  </a:lnTo>
                  <a:cubicBezTo>
                    <a:pt x="9557" y="4552"/>
                    <a:pt x="9658" y="4652"/>
                    <a:pt x="9791" y="4652"/>
                  </a:cubicBezTo>
                  <a:lnTo>
                    <a:pt x="10727" y="4652"/>
                  </a:lnTo>
                  <a:cubicBezTo>
                    <a:pt x="10844" y="4652"/>
                    <a:pt x="10961" y="4552"/>
                    <a:pt x="10961" y="4418"/>
                  </a:cubicBezTo>
                  <a:lnTo>
                    <a:pt x="10961" y="3683"/>
                  </a:lnTo>
                  <a:cubicBezTo>
                    <a:pt x="12749" y="4184"/>
                    <a:pt x="13985" y="5604"/>
                    <a:pt x="13985" y="7225"/>
                  </a:cubicBezTo>
                  <a:cubicBezTo>
                    <a:pt x="13985" y="7944"/>
                    <a:pt x="13735" y="8645"/>
                    <a:pt x="13300" y="9213"/>
                  </a:cubicBezTo>
                  <a:cubicBezTo>
                    <a:pt x="13133" y="8679"/>
                    <a:pt x="12866" y="8194"/>
                    <a:pt x="12531" y="7776"/>
                  </a:cubicBezTo>
                  <a:cubicBezTo>
                    <a:pt x="12486" y="7720"/>
                    <a:pt x="12418" y="7686"/>
                    <a:pt x="12347" y="7686"/>
                  </a:cubicBezTo>
                  <a:cubicBezTo>
                    <a:pt x="12313" y="7686"/>
                    <a:pt x="12280" y="7694"/>
                    <a:pt x="12247" y="7710"/>
                  </a:cubicBezTo>
                  <a:lnTo>
                    <a:pt x="11312" y="8177"/>
                  </a:lnTo>
                  <a:cubicBezTo>
                    <a:pt x="11178" y="8244"/>
                    <a:pt x="11145" y="8411"/>
                    <a:pt x="11245" y="8528"/>
                  </a:cubicBezTo>
                  <a:cubicBezTo>
                    <a:pt x="11646" y="9046"/>
                    <a:pt x="11930" y="9648"/>
                    <a:pt x="12047" y="10299"/>
                  </a:cubicBezTo>
                  <a:cubicBezTo>
                    <a:pt x="11295" y="10734"/>
                    <a:pt x="10426" y="10951"/>
                    <a:pt x="9557" y="10951"/>
                  </a:cubicBezTo>
                  <a:cubicBezTo>
                    <a:pt x="8789" y="10951"/>
                    <a:pt x="8020" y="10767"/>
                    <a:pt x="7335" y="10433"/>
                  </a:cubicBezTo>
                  <a:cubicBezTo>
                    <a:pt x="7302" y="10416"/>
                    <a:pt x="7264" y="10408"/>
                    <a:pt x="7227" y="10408"/>
                  </a:cubicBezTo>
                  <a:cubicBezTo>
                    <a:pt x="7189" y="10408"/>
                    <a:pt x="7151" y="10416"/>
                    <a:pt x="7118" y="10433"/>
                  </a:cubicBezTo>
                  <a:cubicBezTo>
                    <a:pt x="6516" y="10734"/>
                    <a:pt x="5848" y="10901"/>
                    <a:pt x="5180" y="10934"/>
                  </a:cubicBezTo>
                  <a:cubicBezTo>
                    <a:pt x="5280" y="10233"/>
                    <a:pt x="5564" y="9564"/>
                    <a:pt x="6015" y="8996"/>
                  </a:cubicBezTo>
                  <a:cubicBezTo>
                    <a:pt x="6099" y="8879"/>
                    <a:pt x="6065" y="8712"/>
                    <a:pt x="5932" y="8645"/>
                  </a:cubicBezTo>
                  <a:lnTo>
                    <a:pt x="4996" y="8177"/>
                  </a:lnTo>
                  <a:cubicBezTo>
                    <a:pt x="4964" y="8161"/>
                    <a:pt x="4930" y="8154"/>
                    <a:pt x="4897" y="8154"/>
                  </a:cubicBezTo>
                  <a:cubicBezTo>
                    <a:pt x="4826" y="8154"/>
                    <a:pt x="4757" y="8188"/>
                    <a:pt x="4712" y="8244"/>
                  </a:cubicBezTo>
                  <a:cubicBezTo>
                    <a:pt x="4127" y="8979"/>
                    <a:pt x="3793" y="9882"/>
                    <a:pt x="3743" y="10817"/>
                  </a:cubicBezTo>
                  <a:cubicBezTo>
                    <a:pt x="3041" y="10667"/>
                    <a:pt x="2389" y="10350"/>
                    <a:pt x="1838" y="9915"/>
                  </a:cubicBezTo>
                  <a:cubicBezTo>
                    <a:pt x="2005" y="9581"/>
                    <a:pt x="2222" y="9280"/>
                    <a:pt x="2490" y="9030"/>
                  </a:cubicBezTo>
                  <a:lnTo>
                    <a:pt x="2957" y="8545"/>
                  </a:lnTo>
                  <a:cubicBezTo>
                    <a:pt x="3074" y="8445"/>
                    <a:pt x="3041" y="8244"/>
                    <a:pt x="2907" y="8177"/>
                  </a:cubicBezTo>
                  <a:lnTo>
                    <a:pt x="1972" y="7710"/>
                  </a:lnTo>
                  <a:cubicBezTo>
                    <a:pt x="1940" y="7691"/>
                    <a:pt x="1904" y="7681"/>
                    <a:pt x="1868" y="7681"/>
                  </a:cubicBezTo>
                  <a:cubicBezTo>
                    <a:pt x="1807" y="7681"/>
                    <a:pt x="1746" y="7708"/>
                    <a:pt x="1704" y="7760"/>
                  </a:cubicBezTo>
                  <a:lnTo>
                    <a:pt x="1220" y="8228"/>
                  </a:lnTo>
                  <a:cubicBezTo>
                    <a:pt x="1086" y="8378"/>
                    <a:pt x="952" y="8528"/>
                    <a:pt x="835" y="8695"/>
                  </a:cubicBezTo>
                  <a:cubicBezTo>
                    <a:pt x="602" y="8244"/>
                    <a:pt x="468" y="7726"/>
                    <a:pt x="468" y="7225"/>
                  </a:cubicBezTo>
                  <a:cubicBezTo>
                    <a:pt x="468" y="5771"/>
                    <a:pt x="1487" y="4451"/>
                    <a:pt x="3024" y="3833"/>
                  </a:cubicBezTo>
                  <a:lnTo>
                    <a:pt x="3024" y="4886"/>
                  </a:lnTo>
                  <a:cubicBezTo>
                    <a:pt x="3024" y="5020"/>
                    <a:pt x="3141" y="5120"/>
                    <a:pt x="3258" y="5120"/>
                  </a:cubicBezTo>
                  <a:lnTo>
                    <a:pt x="4194" y="5120"/>
                  </a:lnTo>
                  <a:cubicBezTo>
                    <a:pt x="4328" y="5120"/>
                    <a:pt x="4428" y="5020"/>
                    <a:pt x="4428" y="4886"/>
                  </a:cubicBezTo>
                  <a:lnTo>
                    <a:pt x="4428" y="3516"/>
                  </a:lnTo>
                  <a:cubicBezTo>
                    <a:pt x="4578" y="3499"/>
                    <a:pt x="4745" y="3499"/>
                    <a:pt x="4896" y="3499"/>
                  </a:cubicBezTo>
                  <a:cubicBezTo>
                    <a:pt x="4928" y="3498"/>
                    <a:pt x="4960" y="3498"/>
                    <a:pt x="4992" y="3498"/>
                  </a:cubicBezTo>
                  <a:close/>
                  <a:moveTo>
                    <a:pt x="1922" y="8194"/>
                  </a:moveTo>
                  <a:lnTo>
                    <a:pt x="2406" y="8445"/>
                  </a:lnTo>
                  <a:lnTo>
                    <a:pt x="2155" y="8695"/>
                  </a:lnTo>
                  <a:cubicBezTo>
                    <a:pt x="1437" y="9414"/>
                    <a:pt x="1003" y="10383"/>
                    <a:pt x="936" y="11419"/>
                  </a:cubicBezTo>
                  <a:lnTo>
                    <a:pt x="468" y="11419"/>
                  </a:lnTo>
                  <a:lnTo>
                    <a:pt x="468" y="11185"/>
                  </a:lnTo>
                  <a:cubicBezTo>
                    <a:pt x="468" y="10199"/>
                    <a:pt x="852" y="9247"/>
                    <a:pt x="1554" y="8562"/>
                  </a:cubicBezTo>
                  <a:lnTo>
                    <a:pt x="1922" y="8194"/>
                  </a:lnTo>
                  <a:close/>
                  <a:moveTo>
                    <a:pt x="12281" y="8211"/>
                  </a:moveTo>
                  <a:cubicBezTo>
                    <a:pt x="12782" y="8896"/>
                    <a:pt x="13049" y="9731"/>
                    <a:pt x="13049" y="10583"/>
                  </a:cubicBezTo>
                  <a:lnTo>
                    <a:pt x="13049" y="11887"/>
                  </a:lnTo>
                  <a:lnTo>
                    <a:pt x="12582" y="11887"/>
                  </a:lnTo>
                  <a:lnTo>
                    <a:pt x="12582" y="11035"/>
                  </a:lnTo>
                  <a:cubicBezTo>
                    <a:pt x="12582" y="10116"/>
                    <a:pt x="12298" y="9230"/>
                    <a:pt x="11780" y="8462"/>
                  </a:cubicBezTo>
                  <a:lnTo>
                    <a:pt x="12281" y="8211"/>
                  </a:lnTo>
                  <a:close/>
                  <a:moveTo>
                    <a:pt x="4963" y="8679"/>
                  </a:moveTo>
                  <a:lnTo>
                    <a:pt x="5480" y="8929"/>
                  </a:lnTo>
                  <a:cubicBezTo>
                    <a:pt x="4946" y="9698"/>
                    <a:pt x="4662" y="10583"/>
                    <a:pt x="4662" y="11502"/>
                  </a:cubicBezTo>
                  <a:lnTo>
                    <a:pt x="4662" y="12355"/>
                  </a:lnTo>
                  <a:lnTo>
                    <a:pt x="4194" y="12355"/>
                  </a:lnTo>
                  <a:lnTo>
                    <a:pt x="4194" y="11035"/>
                  </a:lnTo>
                  <a:cubicBezTo>
                    <a:pt x="4194" y="10199"/>
                    <a:pt x="4461" y="9364"/>
                    <a:pt x="4963" y="8679"/>
                  </a:cubicBezTo>
                  <a:close/>
                  <a:moveTo>
                    <a:pt x="4202" y="0"/>
                  </a:moveTo>
                  <a:cubicBezTo>
                    <a:pt x="4132" y="0"/>
                    <a:pt x="4056" y="34"/>
                    <a:pt x="4010" y="91"/>
                  </a:cubicBezTo>
                  <a:cubicBezTo>
                    <a:pt x="3375" y="876"/>
                    <a:pt x="3041" y="1862"/>
                    <a:pt x="3041" y="2881"/>
                  </a:cubicBezTo>
                  <a:lnTo>
                    <a:pt x="3041" y="3349"/>
                  </a:lnTo>
                  <a:cubicBezTo>
                    <a:pt x="1220" y="3984"/>
                    <a:pt x="0" y="5521"/>
                    <a:pt x="0" y="7225"/>
                  </a:cubicBezTo>
                  <a:cubicBezTo>
                    <a:pt x="0" y="7893"/>
                    <a:pt x="201" y="8562"/>
                    <a:pt x="551" y="9130"/>
                  </a:cubicBezTo>
                  <a:cubicBezTo>
                    <a:pt x="184" y="9765"/>
                    <a:pt x="0" y="10467"/>
                    <a:pt x="0" y="11185"/>
                  </a:cubicBezTo>
                  <a:lnTo>
                    <a:pt x="0" y="11653"/>
                  </a:lnTo>
                  <a:cubicBezTo>
                    <a:pt x="0" y="11770"/>
                    <a:pt x="117" y="11887"/>
                    <a:pt x="234" y="11887"/>
                  </a:cubicBezTo>
                  <a:lnTo>
                    <a:pt x="1170" y="11887"/>
                  </a:lnTo>
                  <a:cubicBezTo>
                    <a:pt x="1303" y="11887"/>
                    <a:pt x="1404" y="11770"/>
                    <a:pt x="1404" y="11653"/>
                  </a:cubicBezTo>
                  <a:cubicBezTo>
                    <a:pt x="1404" y="11202"/>
                    <a:pt x="1487" y="10767"/>
                    <a:pt x="1637" y="10350"/>
                  </a:cubicBezTo>
                  <a:cubicBezTo>
                    <a:pt x="2256" y="10817"/>
                    <a:pt x="2974" y="11135"/>
                    <a:pt x="3726" y="11285"/>
                  </a:cubicBezTo>
                  <a:lnTo>
                    <a:pt x="3726" y="12572"/>
                  </a:lnTo>
                  <a:cubicBezTo>
                    <a:pt x="3726" y="12705"/>
                    <a:pt x="3843" y="12806"/>
                    <a:pt x="3960" y="12806"/>
                  </a:cubicBezTo>
                  <a:lnTo>
                    <a:pt x="4896" y="12806"/>
                  </a:lnTo>
                  <a:cubicBezTo>
                    <a:pt x="5029" y="12806"/>
                    <a:pt x="5130" y="12705"/>
                    <a:pt x="5130" y="12572"/>
                  </a:cubicBezTo>
                  <a:lnTo>
                    <a:pt x="5130" y="11502"/>
                  </a:lnTo>
                  <a:cubicBezTo>
                    <a:pt x="5130" y="11469"/>
                    <a:pt x="5130" y="11436"/>
                    <a:pt x="5130" y="11402"/>
                  </a:cubicBezTo>
                  <a:cubicBezTo>
                    <a:pt x="5397" y="11402"/>
                    <a:pt x="5664" y="11369"/>
                    <a:pt x="5932" y="11319"/>
                  </a:cubicBezTo>
                  <a:cubicBezTo>
                    <a:pt x="6182" y="12121"/>
                    <a:pt x="6299" y="12956"/>
                    <a:pt x="6299" y="13792"/>
                  </a:cubicBezTo>
                  <a:lnTo>
                    <a:pt x="6299" y="14443"/>
                  </a:lnTo>
                  <a:lnTo>
                    <a:pt x="6767" y="14443"/>
                  </a:lnTo>
                  <a:lnTo>
                    <a:pt x="6767" y="13792"/>
                  </a:lnTo>
                  <a:cubicBezTo>
                    <a:pt x="6767" y="12906"/>
                    <a:pt x="6633" y="12054"/>
                    <a:pt x="6383" y="11218"/>
                  </a:cubicBezTo>
                  <a:cubicBezTo>
                    <a:pt x="6683" y="11135"/>
                    <a:pt x="6951" y="11035"/>
                    <a:pt x="7235" y="10901"/>
                  </a:cubicBezTo>
                  <a:cubicBezTo>
                    <a:pt x="7502" y="11035"/>
                    <a:pt x="7786" y="11135"/>
                    <a:pt x="8070" y="11218"/>
                  </a:cubicBezTo>
                  <a:cubicBezTo>
                    <a:pt x="7820" y="12054"/>
                    <a:pt x="7686" y="12906"/>
                    <a:pt x="7686" y="13792"/>
                  </a:cubicBezTo>
                  <a:lnTo>
                    <a:pt x="7686" y="14443"/>
                  </a:lnTo>
                  <a:lnTo>
                    <a:pt x="8154" y="14443"/>
                  </a:lnTo>
                  <a:lnTo>
                    <a:pt x="8154" y="13792"/>
                  </a:lnTo>
                  <a:cubicBezTo>
                    <a:pt x="8154" y="12956"/>
                    <a:pt x="8288" y="12121"/>
                    <a:pt x="8521" y="11319"/>
                  </a:cubicBezTo>
                  <a:cubicBezTo>
                    <a:pt x="8856" y="11385"/>
                    <a:pt x="9206" y="11419"/>
                    <a:pt x="9557" y="11419"/>
                  </a:cubicBezTo>
                  <a:cubicBezTo>
                    <a:pt x="10443" y="11419"/>
                    <a:pt x="11328" y="11202"/>
                    <a:pt x="12114" y="10801"/>
                  </a:cubicBezTo>
                  <a:cubicBezTo>
                    <a:pt x="12114" y="10884"/>
                    <a:pt x="12114" y="10968"/>
                    <a:pt x="12114" y="11035"/>
                  </a:cubicBezTo>
                  <a:lnTo>
                    <a:pt x="12114" y="12121"/>
                  </a:lnTo>
                  <a:cubicBezTo>
                    <a:pt x="12114" y="12238"/>
                    <a:pt x="12231" y="12355"/>
                    <a:pt x="12348" y="12355"/>
                  </a:cubicBezTo>
                  <a:lnTo>
                    <a:pt x="13283" y="12355"/>
                  </a:lnTo>
                  <a:cubicBezTo>
                    <a:pt x="13417" y="12338"/>
                    <a:pt x="13517" y="12238"/>
                    <a:pt x="13517" y="12121"/>
                  </a:cubicBezTo>
                  <a:lnTo>
                    <a:pt x="13517" y="10583"/>
                  </a:lnTo>
                  <a:cubicBezTo>
                    <a:pt x="13517" y="10299"/>
                    <a:pt x="13484" y="10032"/>
                    <a:pt x="13434" y="9765"/>
                  </a:cubicBezTo>
                  <a:cubicBezTo>
                    <a:pt x="14085" y="9063"/>
                    <a:pt x="14436" y="8161"/>
                    <a:pt x="14453" y="7225"/>
                  </a:cubicBezTo>
                  <a:cubicBezTo>
                    <a:pt x="14453" y="5354"/>
                    <a:pt x="13016" y="3733"/>
                    <a:pt x="10961" y="3198"/>
                  </a:cubicBezTo>
                  <a:lnTo>
                    <a:pt x="10961" y="2881"/>
                  </a:lnTo>
                  <a:cubicBezTo>
                    <a:pt x="10944" y="1862"/>
                    <a:pt x="10610" y="876"/>
                    <a:pt x="9975" y="91"/>
                  </a:cubicBezTo>
                  <a:cubicBezTo>
                    <a:pt x="9930" y="34"/>
                    <a:pt x="9853" y="0"/>
                    <a:pt x="9783" y="0"/>
                  </a:cubicBezTo>
                  <a:cubicBezTo>
                    <a:pt x="9750" y="0"/>
                    <a:pt x="9718" y="8"/>
                    <a:pt x="9691" y="24"/>
                  </a:cubicBezTo>
                  <a:lnTo>
                    <a:pt x="8755" y="492"/>
                  </a:lnTo>
                  <a:cubicBezTo>
                    <a:pt x="8622" y="558"/>
                    <a:pt x="8588" y="725"/>
                    <a:pt x="8672" y="842"/>
                  </a:cubicBezTo>
                  <a:cubicBezTo>
                    <a:pt x="9173" y="1477"/>
                    <a:pt x="9474" y="2229"/>
                    <a:pt x="9541" y="3031"/>
                  </a:cubicBezTo>
                  <a:cubicBezTo>
                    <a:pt x="8739" y="3031"/>
                    <a:pt x="7953" y="3198"/>
                    <a:pt x="7218" y="3532"/>
                  </a:cubicBezTo>
                  <a:cubicBezTo>
                    <a:pt x="6488" y="3209"/>
                    <a:pt x="5698" y="3028"/>
                    <a:pt x="4900" y="3028"/>
                  </a:cubicBezTo>
                  <a:cubicBezTo>
                    <a:pt x="4748" y="3028"/>
                    <a:pt x="4596" y="3035"/>
                    <a:pt x="4445" y="3048"/>
                  </a:cubicBezTo>
                  <a:cubicBezTo>
                    <a:pt x="4511" y="2246"/>
                    <a:pt x="4812" y="1477"/>
                    <a:pt x="5313" y="842"/>
                  </a:cubicBezTo>
                  <a:cubicBezTo>
                    <a:pt x="5397" y="725"/>
                    <a:pt x="5364" y="558"/>
                    <a:pt x="5230" y="492"/>
                  </a:cubicBezTo>
                  <a:lnTo>
                    <a:pt x="4294" y="24"/>
                  </a:lnTo>
                  <a:cubicBezTo>
                    <a:pt x="4267" y="8"/>
                    <a:pt x="4235" y="0"/>
                    <a:pt x="4202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5"/>
            <p:cNvSpPr/>
            <p:nvPr/>
          </p:nvSpPr>
          <p:spPr>
            <a:xfrm>
              <a:off x="1838542" y="2407315"/>
              <a:ext cx="144642" cy="102304"/>
            </a:xfrm>
            <a:custGeom>
              <a:avLst/>
              <a:gdLst/>
              <a:ahLst/>
              <a:cxnLst/>
              <a:rect l="l" t="t" r="r" b="b"/>
              <a:pathLst>
                <a:path w="4513" h="3192" extrusionOk="0">
                  <a:moveTo>
                    <a:pt x="318" y="1"/>
                  </a:moveTo>
                  <a:lnTo>
                    <a:pt x="1" y="335"/>
                  </a:lnTo>
                  <a:lnTo>
                    <a:pt x="235" y="585"/>
                  </a:lnTo>
                  <a:cubicBezTo>
                    <a:pt x="936" y="1270"/>
                    <a:pt x="1321" y="2223"/>
                    <a:pt x="1321" y="3192"/>
                  </a:cubicBezTo>
                  <a:lnTo>
                    <a:pt x="1789" y="3192"/>
                  </a:lnTo>
                  <a:cubicBezTo>
                    <a:pt x="1789" y="2808"/>
                    <a:pt x="1738" y="2407"/>
                    <a:pt x="1622" y="2022"/>
                  </a:cubicBezTo>
                  <a:cubicBezTo>
                    <a:pt x="2708" y="2006"/>
                    <a:pt x="3744" y="1571"/>
                    <a:pt x="4512" y="803"/>
                  </a:cubicBezTo>
                  <a:lnTo>
                    <a:pt x="4178" y="468"/>
                  </a:lnTo>
                  <a:cubicBezTo>
                    <a:pt x="3493" y="1170"/>
                    <a:pt x="2540" y="1571"/>
                    <a:pt x="1555" y="1571"/>
                  </a:cubicBezTo>
                  <a:lnTo>
                    <a:pt x="1454" y="1571"/>
                  </a:lnTo>
                  <a:cubicBezTo>
                    <a:pt x="1254" y="1070"/>
                    <a:pt x="953" y="636"/>
                    <a:pt x="569" y="251"/>
                  </a:cubicBezTo>
                  <a:lnTo>
                    <a:pt x="318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7" name="Google Shape;817;p45"/>
          <p:cNvGrpSpPr/>
          <p:nvPr/>
        </p:nvGrpSpPr>
        <p:grpSpPr>
          <a:xfrm>
            <a:off x="910005" y="3042799"/>
            <a:ext cx="403253" cy="463026"/>
            <a:chOff x="1872291" y="3077769"/>
            <a:chExt cx="403253" cy="463026"/>
          </a:xfrm>
        </p:grpSpPr>
        <p:sp>
          <p:nvSpPr>
            <p:cNvPr id="818" name="Google Shape;818;p45"/>
            <p:cNvSpPr/>
            <p:nvPr/>
          </p:nvSpPr>
          <p:spPr>
            <a:xfrm>
              <a:off x="1988504" y="3369103"/>
              <a:ext cx="170859" cy="96951"/>
            </a:xfrm>
            <a:custGeom>
              <a:avLst/>
              <a:gdLst/>
              <a:ahLst/>
              <a:cxnLst/>
              <a:rect l="l" t="t" r="r" b="b"/>
              <a:pathLst>
                <a:path w="5331" h="3025" extrusionOk="0">
                  <a:moveTo>
                    <a:pt x="568" y="0"/>
                  </a:moveTo>
                  <a:lnTo>
                    <a:pt x="435" y="134"/>
                  </a:lnTo>
                  <a:cubicBezTo>
                    <a:pt x="0" y="568"/>
                    <a:pt x="0" y="1287"/>
                    <a:pt x="435" y="1721"/>
                  </a:cubicBezTo>
                  <a:lnTo>
                    <a:pt x="702" y="1988"/>
                  </a:lnTo>
                  <a:cubicBezTo>
                    <a:pt x="919" y="2206"/>
                    <a:pt x="1203" y="2323"/>
                    <a:pt x="1504" y="2323"/>
                  </a:cubicBezTo>
                  <a:cubicBezTo>
                    <a:pt x="1888" y="2323"/>
                    <a:pt x="2206" y="2640"/>
                    <a:pt x="2206" y="3024"/>
                  </a:cubicBezTo>
                  <a:lnTo>
                    <a:pt x="3125" y="3024"/>
                  </a:lnTo>
                  <a:cubicBezTo>
                    <a:pt x="3125" y="2640"/>
                    <a:pt x="3442" y="2323"/>
                    <a:pt x="3826" y="2323"/>
                  </a:cubicBezTo>
                  <a:cubicBezTo>
                    <a:pt x="4127" y="2323"/>
                    <a:pt x="4411" y="2206"/>
                    <a:pt x="4628" y="1988"/>
                  </a:cubicBezTo>
                  <a:lnTo>
                    <a:pt x="4896" y="1721"/>
                  </a:lnTo>
                  <a:cubicBezTo>
                    <a:pt x="5330" y="1287"/>
                    <a:pt x="5330" y="568"/>
                    <a:pt x="4896" y="134"/>
                  </a:cubicBezTo>
                  <a:lnTo>
                    <a:pt x="4762" y="0"/>
                  </a:lnTo>
                  <a:lnTo>
                    <a:pt x="4528" y="0"/>
                  </a:lnTo>
                  <a:cubicBezTo>
                    <a:pt x="4278" y="0"/>
                    <a:pt x="4060" y="201"/>
                    <a:pt x="4060" y="468"/>
                  </a:cubicBezTo>
                  <a:cubicBezTo>
                    <a:pt x="4060" y="602"/>
                    <a:pt x="3994" y="752"/>
                    <a:pt x="3877" y="836"/>
                  </a:cubicBezTo>
                  <a:lnTo>
                    <a:pt x="3325" y="1253"/>
                  </a:lnTo>
                  <a:cubicBezTo>
                    <a:pt x="3208" y="1337"/>
                    <a:pt x="3125" y="1487"/>
                    <a:pt x="3125" y="1621"/>
                  </a:cubicBezTo>
                  <a:lnTo>
                    <a:pt x="3125" y="1855"/>
                  </a:lnTo>
                  <a:lnTo>
                    <a:pt x="2206" y="1855"/>
                  </a:lnTo>
                  <a:lnTo>
                    <a:pt x="2206" y="1621"/>
                  </a:lnTo>
                  <a:cubicBezTo>
                    <a:pt x="2206" y="1487"/>
                    <a:pt x="2122" y="1337"/>
                    <a:pt x="2005" y="1253"/>
                  </a:cubicBezTo>
                  <a:lnTo>
                    <a:pt x="1454" y="836"/>
                  </a:lnTo>
                  <a:cubicBezTo>
                    <a:pt x="1337" y="752"/>
                    <a:pt x="1270" y="602"/>
                    <a:pt x="1270" y="468"/>
                  </a:cubicBezTo>
                  <a:cubicBezTo>
                    <a:pt x="1270" y="201"/>
                    <a:pt x="1053" y="0"/>
                    <a:pt x="802" y="0"/>
                  </a:cubicBez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5"/>
            <p:cNvSpPr/>
            <p:nvPr/>
          </p:nvSpPr>
          <p:spPr>
            <a:xfrm>
              <a:off x="1872291" y="3077769"/>
              <a:ext cx="403253" cy="463026"/>
            </a:xfrm>
            <a:custGeom>
              <a:avLst/>
              <a:gdLst/>
              <a:ahLst/>
              <a:cxnLst/>
              <a:rect l="l" t="t" r="r" b="b"/>
              <a:pathLst>
                <a:path w="12582" h="14447" extrusionOk="0">
                  <a:moveTo>
                    <a:pt x="7319" y="936"/>
                  </a:moveTo>
                  <a:lnTo>
                    <a:pt x="7018" y="1521"/>
                  </a:lnTo>
                  <a:cubicBezTo>
                    <a:pt x="6934" y="1688"/>
                    <a:pt x="7051" y="1872"/>
                    <a:pt x="7219" y="1872"/>
                  </a:cubicBezTo>
                  <a:lnTo>
                    <a:pt x="8154" y="1872"/>
                  </a:lnTo>
                  <a:cubicBezTo>
                    <a:pt x="7937" y="2156"/>
                    <a:pt x="7586" y="2323"/>
                    <a:pt x="7219" y="2323"/>
                  </a:cubicBezTo>
                  <a:cubicBezTo>
                    <a:pt x="7102" y="2323"/>
                    <a:pt x="6985" y="2440"/>
                    <a:pt x="6985" y="2557"/>
                  </a:cubicBezTo>
                  <a:lnTo>
                    <a:pt x="6985" y="3259"/>
                  </a:lnTo>
                  <a:lnTo>
                    <a:pt x="5598" y="3259"/>
                  </a:lnTo>
                  <a:lnTo>
                    <a:pt x="5598" y="2557"/>
                  </a:lnTo>
                  <a:cubicBezTo>
                    <a:pt x="5598" y="2440"/>
                    <a:pt x="5481" y="2323"/>
                    <a:pt x="5364" y="2323"/>
                  </a:cubicBezTo>
                  <a:cubicBezTo>
                    <a:pt x="4996" y="2323"/>
                    <a:pt x="4645" y="2156"/>
                    <a:pt x="4428" y="1872"/>
                  </a:cubicBezTo>
                  <a:lnTo>
                    <a:pt x="5364" y="1872"/>
                  </a:lnTo>
                  <a:cubicBezTo>
                    <a:pt x="5531" y="1872"/>
                    <a:pt x="5648" y="1688"/>
                    <a:pt x="5564" y="1521"/>
                  </a:cubicBezTo>
                  <a:lnTo>
                    <a:pt x="5264" y="936"/>
                  </a:lnTo>
                  <a:close/>
                  <a:moveTo>
                    <a:pt x="7319" y="3727"/>
                  </a:moveTo>
                  <a:lnTo>
                    <a:pt x="7018" y="4328"/>
                  </a:lnTo>
                  <a:cubicBezTo>
                    <a:pt x="6934" y="4479"/>
                    <a:pt x="7051" y="4662"/>
                    <a:pt x="7219" y="4662"/>
                  </a:cubicBezTo>
                  <a:lnTo>
                    <a:pt x="8154" y="4662"/>
                  </a:lnTo>
                  <a:cubicBezTo>
                    <a:pt x="7937" y="4946"/>
                    <a:pt x="7586" y="5130"/>
                    <a:pt x="7219" y="5130"/>
                  </a:cubicBezTo>
                  <a:cubicBezTo>
                    <a:pt x="7102" y="5130"/>
                    <a:pt x="6985" y="5230"/>
                    <a:pt x="6985" y="5364"/>
                  </a:cubicBezTo>
                  <a:lnTo>
                    <a:pt x="6985" y="6200"/>
                  </a:lnTo>
                  <a:cubicBezTo>
                    <a:pt x="6985" y="6200"/>
                    <a:pt x="6968" y="6216"/>
                    <a:pt x="6968" y="6216"/>
                  </a:cubicBezTo>
                  <a:lnTo>
                    <a:pt x="6918" y="6266"/>
                  </a:lnTo>
                  <a:cubicBezTo>
                    <a:pt x="6742" y="6433"/>
                    <a:pt x="6517" y="6517"/>
                    <a:pt x="6291" y="6517"/>
                  </a:cubicBezTo>
                  <a:cubicBezTo>
                    <a:pt x="6066" y="6517"/>
                    <a:pt x="5840" y="6433"/>
                    <a:pt x="5665" y="6266"/>
                  </a:cubicBezTo>
                  <a:lnTo>
                    <a:pt x="5615" y="6216"/>
                  </a:lnTo>
                  <a:cubicBezTo>
                    <a:pt x="5615" y="6216"/>
                    <a:pt x="5598" y="6200"/>
                    <a:pt x="5598" y="6200"/>
                  </a:cubicBezTo>
                  <a:lnTo>
                    <a:pt x="5598" y="5364"/>
                  </a:lnTo>
                  <a:cubicBezTo>
                    <a:pt x="5598" y="5230"/>
                    <a:pt x="5481" y="5130"/>
                    <a:pt x="5364" y="5130"/>
                  </a:cubicBezTo>
                  <a:cubicBezTo>
                    <a:pt x="4996" y="5130"/>
                    <a:pt x="4645" y="4946"/>
                    <a:pt x="4428" y="4662"/>
                  </a:cubicBezTo>
                  <a:lnTo>
                    <a:pt x="5364" y="4662"/>
                  </a:lnTo>
                  <a:cubicBezTo>
                    <a:pt x="5531" y="4662"/>
                    <a:pt x="5648" y="4479"/>
                    <a:pt x="5564" y="4328"/>
                  </a:cubicBezTo>
                  <a:lnTo>
                    <a:pt x="5264" y="3727"/>
                  </a:lnTo>
                  <a:close/>
                  <a:moveTo>
                    <a:pt x="4428" y="12348"/>
                  </a:moveTo>
                  <a:cubicBezTo>
                    <a:pt x="4629" y="12348"/>
                    <a:pt x="4746" y="12599"/>
                    <a:pt x="4595" y="12749"/>
                  </a:cubicBezTo>
                  <a:cubicBezTo>
                    <a:pt x="4548" y="12797"/>
                    <a:pt x="4490" y="12818"/>
                    <a:pt x="4434" y="12818"/>
                  </a:cubicBezTo>
                  <a:cubicBezTo>
                    <a:pt x="4312" y="12818"/>
                    <a:pt x="4194" y="12719"/>
                    <a:pt x="4194" y="12582"/>
                  </a:cubicBezTo>
                  <a:cubicBezTo>
                    <a:pt x="4194" y="12449"/>
                    <a:pt x="4295" y="12348"/>
                    <a:pt x="4428" y="12348"/>
                  </a:cubicBezTo>
                  <a:close/>
                  <a:moveTo>
                    <a:pt x="8154" y="12348"/>
                  </a:moveTo>
                  <a:cubicBezTo>
                    <a:pt x="8288" y="12348"/>
                    <a:pt x="8388" y="12449"/>
                    <a:pt x="8388" y="12582"/>
                  </a:cubicBezTo>
                  <a:cubicBezTo>
                    <a:pt x="8388" y="12719"/>
                    <a:pt x="8271" y="12818"/>
                    <a:pt x="8148" y="12818"/>
                  </a:cubicBezTo>
                  <a:cubicBezTo>
                    <a:pt x="8092" y="12818"/>
                    <a:pt x="8035" y="12797"/>
                    <a:pt x="7987" y="12749"/>
                  </a:cubicBezTo>
                  <a:cubicBezTo>
                    <a:pt x="7837" y="12599"/>
                    <a:pt x="7954" y="12348"/>
                    <a:pt x="8154" y="12348"/>
                  </a:cubicBezTo>
                  <a:close/>
                  <a:moveTo>
                    <a:pt x="10730" y="4888"/>
                  </a:moveTo>
                  <a:cubicBezTo>
                    <a:pt x="11436" y="4888"/>
                    <a:pt x="12114" y="5427"/>
                    <a:pt x="12114" y="6266"/>
                  </a:cubicBezTo>
                  <a:lnTo>
                    <a:pt x="12114" y="6550"/>
                  </a:lnTo>
                  <a:cubicBezTo>
                    <a:pt x="12114" y="6918"/>
                    <a:pt x="11980" y="7269"/>
                    <a:pt x="11713" y="7536"/>
                  </a:cubicBezTo>
                  <a:lnTo>
                    <a:pt x="11045" y="8188"/>
                  </a:lnTo>
                  <a:cubicBezTo>
                    <a:pt x="10694" y="8555"/>
                    <a:pt x="10477" y="9040"/>
                    <a:pt x="10493" y="9558"/>
                  </a:cubicBezTo>
                  <a:cubicBezTo>
                    <a:pt x="10493" y="9942"/>
                    <a:pt x="10326" y="10310"/>
                    <a:pt x="10059" y="10577"/>
                  </a:cubicBezTo>
                  <a:lnTo>
                    <a:pt x="9875" y="10761"/>
                  </a:lnTo>
                  <a:cubicBezTo>
                    <a:pt x="9691" y="10945"/>
                    <a:pt x="9558" y="11162"/>
                    <a:pt x="9457" y="11396"/>
                  </a:cubicBezTo>
                  <a:cubicBezTo>
                    <a:pt x="9090" y="11713"/>
                    <a:pt x="8639" y="11880"/>
                    <a:pt x="8154" y="11880"/>
                  </a:cubicBezTo>
                  <a:cubicBezTo>
                    <a:pt x="7536" y="11880"/>
                    <a:pt x="7219" y="12632"/>
                    <a:pt x="7653" y="13083"/>
                  </a:cubicBezTo>
                  <a:cubicBezTo>
                    <a:pt x="7797" y="13222"/>
                    <a:pt x="7972" y="13284"/>
                    <a:pt x="8143" y="13284"/>
                  </a:cubicBezTo>
                  <a:cubicBezTo>
                    <a:pt x="8508" y="13284"/>
                    <a:pt x="8856" y="13003"/>
                    <a:pt x="8856" y="12582"/>
                  </a:cubicBezTo>
                  <a:cubicBezTo>
                    <a:pt x="8856" y="12465"/>
                    <a:pt x="8823" y="12365"/>
                    <a:pt x="8772" y="12265"/>
                  </a:cubicBezTo>
                  <a:cubicBezTo>
                    <a:pt x="8973" y="12215"/>
                    <a:pt x="9157" y="12148"/>
                    <a:pt x="9324" y="12048"/>
                  </a:cubicBezTo>
                  <a:cubicBezTo>
                    <a:pt x="9324" y="12081"/>
                    <a:pt x="9324" y="12098"/>
                    <a:pt x="9324" y="12114"/>
                  </a:cubicBezTo>
                  <a:lnTo>
                    <a:pt x="9324" y="13100"/>
                  </a:lnTo>
                  <a:cubicBezTo>
                    <a:pt x="9324" y="13636"/>
                    <a:pt x="8881" y="13978"/>
                    <a:pt x="8429" y="13978"/>
                  </a:cubicBezTo>
                  <a:cubicBezTo>
                    <a:pt x="8190" y="13978"/>
                    <a:pt x="7949" y="13882"/>
                    <a:pt x="7770" y="13668"/>
                  </a:cubicBezTo>
                  <a:lnTo>
                    <a:pt x="7235" y="13017"/>
                  </a:lnTo>
                  <a:cubicBezTo>
                    <a:pt x="6993" y="12724"/>
                    <a:pt x="6642" y="12578"/>
                    <a:pt x="6291" y="12578"/>
                  </a:cubicBezTo>
                  <a:cubicBezTo>
                    <a:pt x="5940" y="12578"/>
                    <a:pt x="5589" y="12724"/>
                    <a:pt x="5347" y="13017"/>
                  </a:cubicBezTo>
                  <a:lnTo>
                    <a:pt x="4812" y="13668"/>
                  </a:lnTo>
                  <a:cubicBezTo>
                    <a:pt x="4633" y="13882"/>
                    <a:pt x="4392" y="13978"/>
                    <a:pt x="4153" y="13978"/>
                  </a:cubicBezTo>
                  <a:cubicBezTo>
                    <a:pt x="3702" y="13978"/>
                    <a:pt x="3259" y="13636"/>
                    <a:pt x="3259" y="13100"/>
                  </a:cubicBezTo>
                  <a:lnTo>
                    <a:pt x="3259" y="12114"/>
                  </a:lnTo>
                  <a:cubicBezTo>
                    <a:pt x="3259" y="12098"/>
                    <a:pt x="3259" y="12081"/>
                    <a:pt x="3259" y="12048"/>
                  </a:cubicBezTo>
                  <a:cubicBezTo>
                    <a:pt x="3426" y="12148"/>
                    <a:pt x="3609" y="12215"/>
                    <a:pt x="3810" y="12265"/>
                  </a:cubicBezTo>
                  <a:cubicBezTo>
                    <a:pt x="3557" y="12770"/>
                    <a:pt x="3950" y="13275"/>
                    <a:pt x="4424" y="13275"/>
                  </a:cubicBezTo>
                  <a:cubicBezTo>
                    <a:pt x="4546" y="13275"/>
                    <a:pt x="4673" y="13242"/>
                    <a:pt x="4796" y="13167"/>
                  </a:cubicBezTo>
                  <a:cubicBezTo>
                    <a:pt x="5397" y="12799"/>
                    <a:pt x="5130" y="11880"/>
                    <a:pt x="4428" y="11880"/>
                  </a:cubicBezTo>
                  <a:cubicBezTo>
                    <a:pt x="3944" y="11880"/>
                    <a:pt x="3493" y="11713"/>
                    <a:pt x="3125" y="11396"/>
                  </a:cubicBezTo>
                  <a:cubicBezTo>
                    <a:pt x="3025" y="11162"/>
                    <a:pt x="2891" y="10945"/>
                    <a:pt x="2707" y="10761"/>
                  </a:cubicBezTo>
                  <a:lnTo>
                    <a:pt x="2523" y="10577"/>
                  </a:lnTo>
                  <a:cubicBezTo>
                    <a:pt x="2256" y="10310"/>
                    <a:pt x="2089" y="9942"/>
                    <a:pt x="2106" y="9558"/>
                  </a:cubicBezTo>
                  <a:cubicBezTo>
                    <a:pt x="2106" y="9040"/>
                    <a:pt x="1888" y="8555"/>
                    <a:pt x="1538" y="8188"/>
                  </a:cubicBezTo>
                  <a:lnTo>
                    <a:pt x="869" y="7520"/>
                  </a:lnTo>
                  <a:cubicBezTo>
                    <a:pt x="619" y="7269"/>
                    <a:pt x="468" y="6918"/>
                    <a:pt x="468" y="6550"/>
                  </a:cubicBezTo>
                  <a:lnTo>
                    <a:pt x="468" y="6266"/>
                  </a:lnTo>
                  <a:cubicBezTo>
                    <a:pt x="468" y="5427"/>
                    <a:pt x="1147" y="4888"/>
                    <a:pt x="1853" y="4888"/>
                  </a:cubicBezTo>
                  <a:cubicBezTo>
                    <a:pt x="2215" y="4888"/>
                    <a:pt x="2585" y="5030"/>
                    <a:pt x="2874" y="5347"/>
                  </a:cubicBezTo>
                  <a:lnTo>
                    <a:pt x="3994" y="6617"/>
                  </a:lnTo>
                  <a:cubicBezTo>
                    <a:pt x="3543" y="6784"/>
                    <a:pt x="3259" y="7219"/>
                    <a:pt x="3259" y="7687"/>
                  </a:cubicBezTo>
                  <a:cubicBezTo>
                    <a:pt x="3259" y="8188"/>
                    <a:pt x="3409" y="8672"/>
                    <a:pt x="3693" y="9090"/>
                  </a:cubicBezTo>
                  <a:lnTo>
                    <a:pt x="3760" y="9207"/>
                  </a:lnTo>
                  <a:cubicBezTo>
                    <a:pt x="3359" y="9742"/>
                    <a:pt x="3409" y="10510"/>
                    <a:pt x="3894" y="10978"/>
                  </a:cubicBezTo>
                  <a:lnTo>
                    <a:pt x="4161" y="11246"/>
                  </a:lnTo>
                  <a:cubicBezTo>
                    <a:pt x="4428" y="11513"/>
                    <a:pt x="4762" y="11647"/>
                    <a:pt x="5130" y="11647"/>
                  </a:cubicBezTo>
                  <a:cubicBezTo>
                    <a:pt x="5381" y="11647"/>
                    <a:pt x="5598" y="11864"/>
                    <a:pt x="5598" y="12114"/>
                  </a:cubicBezTo>
                  <a:lnTo>
                    <a:pt x="6066" y="12114"/>
                  </a:lnTo>
                  <a:cubicBezTo>
                    <a:pt x="6066" y="11596"/>
                    <a:pt x="5648" y="11179"/>
                    <a:pt x="5130" y="11179"/>
                  </a:cubicBezTo>
                  <a:cubicBezTo>
                    <a:pt x="4896" y="11179"/>
                    <a:pt x="4662" y="11095"/>
                    <a:pt x="4495" y="10928"/>
                  </a:cubicBezTo>
                  <a:lnTo>
                    <a:pt x="4228" y="10644"/>
                  </a:lnTo>
                  <a:cubicBezTo>
                    <a:pt x="3877" y="10293"/>
                    <a:pt x="3877" y="9742"/>
                    <a:pt x="4228" y="9391"/>
                  </a:cubicBezTo>
                  <a:lnTo>
                    <a:pt x="4295" y="9324"/>
                  </a:lnTo>
                  <a:lnTo>
                    <a:pt x="4428" y="9324"/>
                  </a:lnTo>
                  <a:cubicBezTo>
                    <a:pt x="4562" y="9324"/>
                    <a:pt x="4662" y="9424"/>
                    <a:pt x="4662" y="9558"/>
                  </a:cubicBezTo>
                  <a:cubicBezTo>
                    <a:pt x="4662" y="9775"/>
                    <a:pt x="4762" y="9976"/>
                    <a:pt x="4946" y="10109"/>
                  </a:cubicBezTo>
                  <a:lnTo>
                    <a:pt x="5498" y="10527"/>
                  </a:lnTo>
                  <a:cubicBezTo>
                    <a:pt x="5564" y="10577"/>
                    <a:pt x="5598" y="10644"/>
                    <a:pt x="5598" y="10711"/>
                  </a:cubicBezTo>
                  <a:lnTo>
                    <a:pt x="5598" y="10945"/>
                  </a:lnTo>
                  <a:lnTo>
                    <a:pt x="6066" y="10945"/>
                  </a:lnTo>
                  <a:lnTo>
                    <a:pt x="6066" y="10711"/>
                  </a:lnTo>
                  <a:cubicBezTo>
                    <a:pt x="6066" y="10494"/>
                    <a:pt x="5949" y="10293"/>
                    <a:pt x="5782" y="10159"/>
                  </a:cubicBezTo>
                  <a:lnTo>
                    <a:pt x="5213" y="9742"/>
                  </a:lnTo>
                  <a:cubicBezTo>
                    <a:pt x="5163" y="9692"/>
                    <a:pt x="5130" y="9625"/>
                    <a:pt x="5130" y="9558"/>
                  </a:cubicBezTo>
                  <a:cubicBezTo>
                    <a:pt x="5130" y="9157"/>
                    <a:pt x="4812" y="8856"/>
                    <a:pt x="4428" y="8856"/>
                  </a:cubicBezTo>
                  <a:lnTo>
                    <a:pt x="4194" y="8856"/>
                  </a:lnTo>
                  <a:cubicBezTo>
                    <a:pt x="4161" y="8856"/>
                    <a:pt x="4127" y="8856"/>
                    <a:pt x="4094" y="8873"/>
                  </a:cubicBezTo>
                  <a:lnTo>
                    <a:pt x="4077" y="8840"/>
                  </a:lnTo>
                  <a:cubicBezTo>
                    <a:pt x="3843" y="8505"/>
                    <a:pt x="3726" y="8104"/>
                    <a:pt x="3726" y="7687"/>
                  </a:cubicBezTo>
                  <a:cubicBezTo>
                    <a:pt x="3726" y="7319"/>
                    <a:pt x="4010" y="7018"/>
                    <a:pt x="4378" y="6985"/>
                  </a:cubicBezTo>
                  <a:lnTo>
                    <a:pt x="4796" y="7202"/>
                  </a:lnTo>
                  <a:cubicBezTo>
                    <a:pt x="4828" y="7216"/>
                    <a:pt x="4861" y="7223"/>
                    <a:pt x="4893" y="7223"/>
                  </a:cubicBezTo>
                  <a:cubicBezTo>
                    <a:pt x="5016" y="7223"/>
                    <a:pt x="5130" y="7130"/>
                    <a:pt x="5130" y="6985"/>
                  </a:cubicBezTo>
                  <a:lnTo>
                    <a:pt x="5130" y="6617"/>
                  </a:lnTo>
                  <a:cubicBezTo>
                    <a:pt x="5130" y="6561"/>
                    <a:pt x="5176" y="6527"/>
                    <a:pt x="5227" y="6527"/>
                  </a:cubicBezTo>
                  <a:cubicBezTo>
                    <a:pt x="5251" y="6527"/>
                    <a:pt x="5276" y="6534"/>
                    <a:pt x="5297" y="6550"/>
                  </a:cubicBezTo>
                  <a:lnTo>
                    <a:pt x="5330" y="6584"/>
                  </a:lnTo>
                  <a:cubicBezTo>
                    <a:pt x="5598" y="6851"/>
                    <a:pt x="5944" y="6985"/>
                    <a:pt x="6291" y="6985"/>
                  </a:cubicBezTo>
                  <a:cubicBezTo>
                    <a:pt x="6638" y="6985"/>
                    <a:pt x="6985" y="6851"/>
                    <a:pt x="7252" y="6584"/>
                  </a:cubicBezTo>
                  <a:lnTo>
                    <a:pt x="7285" y="6550"/>
                  </a:lnTo>
                  <a:cubicBezTo>
                    <a:pt x="7307" y="6534"/>
                    <a:pt x="7332" y="6527"/>
                    <a:pt x="7356" y="6527"/>
                  </a:cubicBezTo>
                  <a:cubicBezTo>
                    <a:pt x="7406" y="6527"/>
                    <a:pt x="7452" y="6561"/>
                    <a:pt x="7452" y="6617"/>
                  </a:cubicBezTo>
                  <a:lnTo>
                    <a:pt x="7452" y="6985"/>
                  </a:lnTo>
                  <a:cubicBezTo>
                    <a:pt x="7452" y="7130"/>
                    <a:pt x="7567" y="7223"/>
                    <a:pt x="7689" y="7223"/>
                  </a:cubicBezTo>
                  <a:cubicBezTo>
                    <a:pt x="7722" y="7223"/>
                    <a:pt x="7755" y="7216"/>
                    <a:pt x="7787" y="7202"/>
                  </a:cubicBezTo>
                  <a:lnTo>
                    <a:pt x="8204" y="6985"/>
                  </a:lnTo>
                  <a:cubicBezTo>
                    <a:pt x="8572" y="7018"/>
                    <a:pt x="8856" y="7319"/>
                    <a:pt x="8856" y="7687"/>
                  </a:cubicBezTo>
                  <a:cubicBezTo>
                    <a:pt x="8856" y="8104"/>
                    <a:pt x="8739" y="8505"/>
                    <a:pt x="8505" y="8840"/>
                  </a:cubicBezTo>
                  <a:lnTo>
                    <a:pt x="8488" y="8873"/>
                  </a:lnTo>
                  <a:cubicBezTo>
                    <a:pt x="8455" y="8856"/>
                    <a:pt x="8422" y="8856"/>
                    <a:pt x="8388" y="8856"/>
                  </a:cubicBezTo>
                  <a:lnTo>
                    <a:pt x="8154" y="8856"/>
                  </a:lnTo>
                  <a:cubicBezTo>
                    <a:pt x="7770" y="8856"/>
                    <a:pt x="7452" y="9174"/>
                    <a:pt x="7452" y="9558"/>
                  </a:cubicBezTo>
                  <a:cubicBezTo>
                    <a:pt x="7452" y="9625"/>
                    <a:pt x="7419" y="9692"/>
                    <a:pt x="7369" y="9742"/>
                  </a:cubicBezTo>
                  <a:lnTo>
                    <a:pt x="6801" y="10159"/>
                  </a:lnTo>
                  <a:cubicBezTo>
                    <a:pt x="6634" y="10293"/>
                    <a:pt x="6517" y="10494"/>
                    <a:pt x="6517" y="10711"/>
                  </a:cubicBezTo>
                  <a:lnTo>
                    <a:pt x="6517" y="10945"/>
                  </a:lnTo>
                  <a:lnTo>
                    <a:pt x="6985" y="10945"/>
                  </a:lnTo>
                  <a:lnTo>
                    <a:pt x="6985" y="10711"/>
                  </a:lnTo>
                  <a:cubicBezTo>
                    <a:pt x="6985" y="10644"/>
                    <a:pt x="7018" y="10577"/>
                    <a:pt x="7085" y="10527"/>
                  </a:cubicBezTo>
                  <a:lnTo>
                    <a:pt x="7636" y="10109"/>
                  </a:lnTo>
                  <a:cubicBezTo>
                    <a:pt x="7820" y="9976"/>
                    <a:pt x="7920" y="9775"/>
                    <a:pt x="7920" y="9558"/>
                  </a:cubicBezTo>
                  <a:cubicBezTo>
                    <a:pt x="7920" y="9424"/>
                    <a:pt x="8021" y="9324"/>
                    <a:pt x="8154" y="9324"/>
                  </a:cubicBezTo>
                  <a:lnTo>
                    <a:pt x="8288" y="9324"/>
                  </a:lnTo>
                  <a:lnTo>
                    <a:pt x="8355" y="9391"/>
                  </a:lnTo>
                  <a:cubicBezTo>
                    <a:pt x="8706" y="9742"/>
                    <a:pt x="8706" y="10293"/>
                    <a:pt x="8355" y="10644"/>
                  </a:cubicBezTo>
                  <a:lnTo>
                    <a:pt x="8087" y="10928"/>
                  </a:lnTo>
                  <a:cubicBezTo>
                    <a:pt x="7920" y="11095"/>
                    <a:pt x="7686" y="11179"/>
                    <a:pt x="7452" y="11179"/>
                  </a:cubicBezTo>
                  <a:cubicBezTo>
                    <a:pt x="6934" y="11179"/>
                    <a:pt x="6533" y="11596"/>
                    <a:pt x="6517" y="12114"/>
                  </a:cubicBezTo>
                  <a:lnTo>
                    <a:pt x="6985" y="12114"/>
                  </a:lnTo>
                  <a:cubicBezTo>
                    <a:pt x="6985" y="11864"/>
                    <a:pt x="7202" y="11647"/>
                    <a:pt x="7452" y="11647"/>
                  </a:cubicBezTo>
                  <a:cubicBezTo>
                    <a:pt x="7820" y="11647"/>
                    <a:pt x="8171" y="11513"/>
                    <a:pt x="8422" y="11246"/>
                  </a:cubicBezTo>
                  <a:lnTo>
                    <a:pt x="8689" y="10978"/>
                  </a:lnTo>
                  <a:cubicBezTo>
                    <a:pt x="9173" y="10510"/>
                    <a:pt x="9224" y="9742"/>
                    <a:pt x="8823" y="9207"/>
                  </a:cubicBezTo>
                  <a:lnTo>
                    <a:pt x="8889" y="9090"/>
                  </a:lnTo>
                  <a:cubicBezTo>
                    <a:pt x="9173" y="8672"/>
                    <a:pt x="9324" y="8188"/>
                    <a:pt x="9324" y="7687"/>
                  </a:cubicBezTo>
                  <a:cubicBezTo>
                    <a:pt x="9324" y="7219"/>
                    <a:pt x="9040" y="6784"/>
                    <a:pt x="8605" y="6617"/>
                  </a:cubicBezTo>
                  <a:lnTo>
                    <a:pt x="9708" y="5347"/>
                  </a:lnTo>
                  <a:cubicBezTo>
                    <a:pt x="9997" y="5030"/>
                    <a:pt x="10367" y="4888"/>
                    <a:pt x="10730" y="4888"/>
                  </a:cubicBezTo>
                  <a:close/>
                  <a:moveTo>
                    <a:pt x="5130" y="1"/>
                  </a:moveTo>
                  <a:lnTo>
                    <a:pt x="5130" y="469"/>
                  </a:lnTo>
                  <a:lnTo>
                    <a:pt x="4896" y="469"/>
                  </a:lnTo>
                  <a:cubicBezTo>
                    <a:pt x="4712" y="469"/>
                    <a:pt x="4612" y="652"/>
                    <a:pt x="4679" y="803"/>
                  </a:cubicBezTo>
                  <a:lnTo>
                    <a:pt x="4980" y="1404"/>
                  </a:lnTo>
                  <a:lnTo>
                    <a:pt x="3960" y="1404"/>
                  </a:lnTo>
                  <a:cubicBezTo>
                    <a:pt x="3760" y="1404"/>
                    <a:pt x="3660" y="1621"/>
                    <a:pt x="3777" y="1772"/>
                  </a:cubicBezTo>
                  <a:lnTo>
                    <a:pt x="4061" y="2139"/>
                  </a:lnTo>
                  <a:cubicBezTo>
                    <a:pt x="4311" y="2490"/>
                    <a:pt x="4696" y="2707"/>
                    <a:pt x="5130" y="2774"/>
                  </a:cubicBezTo>
                  <a:lnTo>
                    <a:pt x="5130" y="3259"/>
                  </a:lnTo>
                  <a:lnTo>
                    <a:pt x="4896" y="3259"/>
                  </a:lnTo>
                  <a:cubicBezTo>
                    <a:pt x="4712" y="3259"/>
                    <a:pt x="4612" y="3443"/>
                    <a:pt x="4679" y="3593"/>
                  </a:cubicBezTo>
                  <a:lnTo>
                    <a:pt x="4980" y="4195"/>
                  </a:lnTo>
                  <a:lnTo>
                    <a:pt x="3960" y="4195"/>
                  </a:lnTo>
                  <a:cubicBezTo>
                    <a:pt x="3760" y="4195"/>
                    <a:pt x="3660" y="4412"/>
                    <a:pt x="3777" y="4562"/>
                  </a:cubicBezTo>
                  <a:lnTo>
                    <a:pt x="4061" y="4930"/>
                  </a:lnTo>
                  <a:cubicBezTo>
                    <a:pt x="4311" y="5281"/>
                    <a:pt x="4696" y="5515"/>
                    <a:pt x="5130" y="5581"/>
                  </a:cubicBezTo>
                  <a:lnTo>
                    <a:pt x="5130" y="6066"/>
                  </a:lnTo>
                  <a:cubicBezTo>
                    <a:pt x="4863" y="6116"/>
                    <a:pt x="4662" y="6333"/>
                    <a:pt x="4662" y="6617"/>
                  </a:cubicBezTo>
                  <a:lnTo>
                    <a:pt x="4562" y="6567"/>
                  </a:lnTo>
                  <a:lnTo>
                    <a:pt x="3208" y="5047"/>
                  </a:lnTo>
                  <a:cubicBezTo>
                    <a:pt x="2828" y="4616"/>
                    <a:pt x="2337" y="4423"/>
                    <a:pt x="1853" y="4423"/>
                  </a:cubicBezTo>
                  <a:cubicBezTo>
                    <a:pt x="912" y="4423"/>
                    <a:pt x="0" y="5152"/>
                    <a:pt x="0" y="6266"/>
                  </a:cubicBezTo>
                  <a:lnTo>
                    <a:pt x="0" y="6550"/>
                  </a:lnTo>
                  <a:cubicBezTo>
                    <a:pt x="0" y="7052"/>
                    <a:pt x="184" y="7520"/>
                    <a:pt x="535" y="7854"/>
                  </a:cubicBezTo>
                  <a:lnTo>
                    <a:pt x="1203" y="8522"/>
                  </a:lnTo>
                  <a:cubicBezTo>
                    <a:pt x="1471" y="8789"/>
                    <a:pt x="1638" y="9157"/>
                    <a:pt x="1638" y="9558"/>
                  </a:cubicBezTo>
                  <a:cubicBezTo>
                    <a:pt x="1621" y="10059"/>
                    <a:pt x="1838" y="10544"/>
                    <a:pt x="2189" y="10911"/>
                  </a:cubicBezTo>
                  <a:lnTo>
                    <a:pt x="2373" y="11078"/>
                  </a:lnTo>
                  <a:cubicBezTo>
                    <a:pt x="2640" y="11362"/>
                    <a:pt x="2791" y="11730"/>
                    <a:pt x="2791" y="12114"/>
                  </a:cubicBezTo>
                  <a:lnTo>
                    <a:pt x="2791" y="13100"/>
                  </a:lnTo>
                  <a:cubicBezTo>
                    <a:pt x="2791" y="13916"/>
                    <a:pt x="3456" y="14441"/>
                    <a:pt x="4142" y="14441"/>
                  </a:cubicBezTo>
                  <a:cubicBezTo>
                    <a:pt x="4510" y="14441"/>
                    <a:pt x="4883" y="14291"/>
                    <a:pt x="5163" y="13952"/>
                  </a:cubicBezTo>
                  <a:lnTo>
                    <a:pt x="5698" y="13317"/>
                  </a:lnTo>
                  <a:cubicBezTo>
                    <a:pt x="5857" y="13134"/>
                    <a:pt x="6074" y="13042"/>
                    <a:pt x="6289" y="13042"/>
                  </a:cubicBezTo>
                  <a:cubicBezTo>
                    <a:pt x="6504" y="13042"/>
                    <a:pt x="6717" y="13134"/>
                    <a:pt x="6868" y="13317"/>
                  </a:cubicBezTo>
                  <a:lnTo>
                    <a:pt x="7402" y="13969"/>
                  </a:lnTo>
                  <a:cubicBezTo>
                    <a:pt x="7686" y="14299"/>
                    <a:pt x="8059" y="14446"/>
                    <a:pt x="8426" y="14446"/>
                  </a:cubicBezTo>
                  <a:cubicBezTo>
                    <a:pt x="9120" y="14446"/>
                    <a:pt x="9792" y="13920"/>
                    <a:pt x="9792" y="13100"/>
                  </a:cubicBezTo>
                  <a:lnTo>
                    <a:pt x="9792" y="12114"/>
                  </a:lnTo>
                  <a:cubicBezTo>
                    <a:pt x="9775" y="11730"/>
                    <a:pt x="9942" y="11362"/>
                    <a:pt x="10209" y="11078"/>
                  </a:cubicBezTo>
                  <a:lnTo>
                    <a:pt x="10393" y="10911"/>
                  </a:lnTo>
                  <a:cubicBezTo>
                    <a:pt x="10744" y="10544"/>
                    <a:pt x="10945" y="10059"/>
                    <a:pt x="10945" y="9558"/>
                  </a:cubicBezTo>
                  <a:cubicBezTo>
                    <a:pt x="10945" y="9174"/>
                    <a:pt x="11095" y="8789"/>
                    <a:pt x="11379" y="8522"/>
                  </a:cubicBezTo>
                  <a:lnTo>
                    <a:pt x="12047" y="7854"/>
                  </a:lnTo>
                  <a:cubicBezTo>
                    <a:pt x="12381" y="7520"/>
                    <a:pt x="12582" y="7052"/>
                    <a:pt x="12582" y="6550"/>
                  </a:cubicBezTo>
                  <a:lnTo>
                    <a:pt x="12582" y="6266"/>
                  </a:lnTo>
                  <a:cubicBezTo>
                    <a:pt x="12582" y="5247"/>
                    <a:pt x="11763" y="4428"/>
                    <a:pt x="10744" y="4428"/>
                  </a:cubicBezTo>
                  <a:cubicBezTo>
                    <a:pt x="10209" y="4428"/>
                    <a:pt x="9708" y="4646"/>
                    <a:pt x="9374" y="5047"/>
                  </a:cubicBezTo>
                  <a:lnTo>
                    <a:pt x="8004" y="6567"/>
                  </a:lnTo>
                  <a:lnTo>
                    <a:pt x="7920" y="6617"/>
                  </a:lnTo>
                  <a:cubicBezTo>
                    <a:pt x="7920" y="6350"/>
                    <a:pt x="7720" y="6116"/>
                    <a:pt x="7452" y="6066"/>
                  </a:cubicBezTo>
                  <a:lnTo>
                    <a:pt x="7452" y="5581"/>
                  </a:lnTo>
                  <a:cubicBezTo>
                    <a:pt x="7887" y="5515"/>
                    <a:pt x="8271" y="5281"/>
                    <a:pt x="8522" y="4946"/>
                  </a:cubicBezTo>
                  <a:lnTo>
                    <a:pt x="8806" y="4562"/>
                  </a:lnTo>
                  <a:cubicBezTo>
                    <a:pt x="8923" y="4412"/>
                    <a:pt x="8806" y="4195"/>
                    <a:pt x="8622" y="4195"/>
                  </a:cubicBezTo>
                  <a:lnTo>
                    <a:pt x="7603" y="4195"/>
                  </a:lnTo>
                  <a:lnTo>
                    <a:pt x="7904" y="3593"/>
                  </a:lnTo>
                  <a:cubicBezTo>
                    <a:pt x="7970" y="3443"/>
                    <a:pt x="7870" y="3259"/>
                    <a:pt x="7686" y="3259"/>
                  </a:cubicBezTo>
                  <a:lnTo>
                    <a:pt x="7452" y="3259"/>
                  </a:lnTo>
                  <a:lnTo>
                    <a:pt x="7452" y="2774"/>
                  </a:lnTo>
                  <a:cubicBezTo>
                    <a:pt x="7887" y="2707"/>
                    <a:pt x="8271" y="2490"/>
                    <a:pt x="8522" y="2139"/>
                  </a:cubicBezTo>
                  <a:lnTo>
                    <a:pt x="8806" y="1772"/>
                  </a:lnTo>
                  <a:cubicBezTo>
                    <a:pt x="8923" y="1621"/>
                    <a:pt x="8806" y="1404"/>
                    <a:pt x="8622" y="1404"/>
                  </a:cubicBezTo>
                  <a:lnTo>
                    <a:pt x="7603" y="1404"/>
                  </a:lnTo>
                  <a:lnTo>
                    <a:pt x="7904" y="803"/>
                  </a:lnTo>
                  <a:cubicBezTo>
                    <a:pt x="7970" y="652"/>
                    <a:pt x="7853" y="469"/>
                    <a:pt x="7686" y="469"/>
                  </a:cubicBezTo>
                  <a:lnTo>
                    <a:pt x="7452" y="469"/>
                  </a:lnTo>
                  <a:lnTo>
                    <a:pt x="7452" y="1"/>
                  </a:lnTo>
                  <a:lnTo>
                    <a:pt x="6985" y="1"/>
                  </a:lnTo>
                  <a:lnTo>
                    <a:pt x="6985" y="469"/>
                  </a:lnTo>
                  <a:lnTo>
                    <a:pt x="5598" y="469"/>
                  </a:lnTo>
                  <a:lnTo>
                    <a:pt x="5598" y="1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45"/>
          <p:cNvGrpSpPr/>
          <p:nvPr/>
        </p:nvGrpSpPr>
        <p:grpSpPr>
          <a:xfrm>
            <a:off x="784232" y="1260674"/>
            <a:ext cx="422547" cy="476103"/>
            <a:chOff x="1728771" y="1371106"/>
            <a:chExt cx="422547" cy="476103"/>
          </a:xfrm>
        </p:grpSpPr>
        <p:sp>
          <p:nvSpPr>
            <p:cNvPr id="821" name="Google Shape;821;p45"/>
            <p:cNvSpPr/>
            <p:nvPr/>
          </p:nvSpPr>
          <p:spPr>
            <a:xfrm>
              <a:off x="1728771" y="1493730"/>
              <a:ext cx="283867" cy="207299"/>
            </a:xfrm>
            <a:custGeom>
              <a:avLst/>
              <a:gdLst/>
              <a:ahLst/>
              <a:cxnLst/>
              <a:rect l="l" t="t" r="r" b="b"/>
              <a:pathLst>
                <a:path w="8857" h="6468" extrusionOk="0">
                  <a:moveTo>
                    <a:pt x="6951" y="1"/>
                  </a:moveTo>
                  <a:lnTo>
                    <a:pt x="6617" y="135"/>
                  </a:lnTo>
                  <a:cubicBezTo>
                    <a:pt x="5782" y="502"/>
                    <a:pt x="5147" y="1254"/>
                    <a:pt x="4946" y="2156"/>
                  </a:cubicBezTo>
                  <a:lnTo>
                    <a:pt x="4796" y="2875"/>
                  </a:lnTo>
                  <a:lnTo>
                    <a:pt x="4779" y="2958"/>
                  </a:lnTo>
                  <a:cubicBezTo>
                    <a:pt x="4612" y="3008"/>
                    <a:pt x="4462" y="3059"/>
                    <a:pt x="4311" y="3125"/>
                  </a:cubicBezTo>
                  <a:cubicBezTo>
                    <a:pt x="3526" y="3443"/>
                    <a:pt x="2674" y="3593"/>
                    <a:pt x="1822" y="3593"/>
                  </a:cubicBezTo>
                  <a:lnTo>
                    <a:pt x="1" y="3593"/>
                  </a:lnTo>
                  <a:lnTo>
                    <a:pt x="1" y="4562"/>
                  </a:lnTo>
                  <a:lnTo>
                    <a:pt x="2390" y="4562"/>
                  </a:lnTo>
                  <a:lnTo>
                    <a:pt x="3877" y="5398"/>
                  </a:lnTo>
                  <a:cubicBezTo>
                    <a:pt x="5097" y="6100"/>
                    <a:pt x="6500" y="6467"/>
                    <a:pt x="7920" y="6467"/>
                  </a:cubicBezTo>
                  <a:lnTo>
                    <a:pt x="8856" y="6467"/>
                  </a:lnTo>
                  <a:lnTo>
                    <a:pt x="8856" y="5515"/>
                  </a:lnTo>
                  <a:lnTo>
                    <a:pt x="8405" y="5515"/>
                  </a:lnTo>
                  <a:cubicBezTo>
                    <a:pt x="6834" y="5515"/>
                    <a:pt x="5297" y="5114"/>
                    <a:pt x="3910" y="4362"/>
                  </a:cubicBezTo>
                  <a:cubicBezTo>
                    <a:pt x="4194" y="4295"/>
                    <a:pt x="4478" y="4211"/>
                    <a:pt x="4746" y="4094"/>
                  </a:cubicBezTo>
                  <a:lnTo>
                    <a:pt x="4829" y="4061"/>
                  </a:lnTo>
                  <a:cubicBezTo>
                    <a:pt x="5598" y="3760"/>
                    <a:pt x="6417" y="3593"/>
                    <a:pt x="7235" y="3593"/>
                  </a:cubicBezTo>
                  <a:lnTo>
                    <a:pt x="7904" y="3593"/>
                  </a:lnTo>
                  <a:lnTo>
                    <a:pt x="7185" y="2641"/>
                  </a:lnTo>
                  <a:lnTo>
                    <a:pt x="6801" y="2641"/>
                  </a:lnTo>
                  <a:cubicBezTo>
                    <a:pt x="6450" y="2641"/>
                    <a:pt x="6082" y="2674"/>
                    <a:pt x="5732" y="2724"/>
                  </a:cubicBezTo>
                  <a:lnTo>
                    <a:pt x="5748" y="2641"/>
                  </a:lnTo>
                  <a:lnTo>
                    <a:pt x="5782" y="2474"/>
                  </a:lnTo>
                  <a:cubicBezTo>
                    <a:pt x="5915" y="1822"/>
                    <a:pt x="6333" y="1271"/>
                    <a:pt x="6935" y="970"/>
                  </a:cubicBezTo>
                  <a:lnTo>
                    <a:pt x="6951" y="970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rgbClr val="62C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5"/>
            <p:cNvSpPr/>
            <p:nvPr/>
          </p:nvSpPr>
          <p:spPr>
            <a:xfrm>
              <a:off x="2012606" y="1401650"/>
              <a:ext cx="107656" cy="107656"/>
            </a:xfrm>
            <a:custGeom>
              <a:avLst/>
              <a:gdLst/>
              <a:ahLst/>
              <a:cxnLst/>
              <a:rect l="l" t="t" r="r" b="b"/>
              <a:pathLst>
                <a:path w="3359" h="3359" extrusionOk="0">
                  <a:moveTo>
                    <a:pt x="0" y="0"/>
                  </a:moveTo>
                  <a:lnTo>
                    <a:pt x="0" y="485"/>
                  </a:lnTo>
                  <a:cubicBezTo>
                    <a:pt x="1587" y="485"/>
                    <a:pt x="2874" y="1771"/>
                    <a:pt x="2891" y="3358"/>
                  </a:cubicBezTo>
                  <a:lnTo>
                    <a:pt x="3358" y="3358"/>
                  </a:lnTo>
                  <a:cubicBezTo>
                    <a:pt x="3358" y="1504"/>
                    <a:pt x="1855" y="0"/>
                    <a:pt x="0" y="0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5"/>
            <p:cNvSpPr/>
            <p:nvPr/>
          </p:nvSpPr>
          <p:spPr>
            <a:xfrm>
              <a:off x="1979915" y="1402708"/>
              <a:ext cx="18781" cy="18781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519" y="0"/>
                  </a:moveTo>
                  <a:cubicBezTo>
                    <a:pt x="335" y="34"/>
                    <a:pt x="168" y="84"/>
                    <a:pt x="1" y="134"/>
                  </a:cubicBezTo>
                  <a:lnTo>
                    <a:pt x="135" y="585"/>
                  </a:lnTo>
                  <a:cubicBezTo>
                    <a:pt x="285" y="535"/>
                    <a:pt x="435" y="502"/>
                    <a:pt x="586" y="485"/>
                  </a:cubicBezTo>
                  <a:lnTo>
                    <a:pt x="519" y="0"/>
                  </a:ln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5"/>
            <p:cNvSpPr/>
            <p:nvPr/>
          </p:nvSpPr>
          <p:spPr>
            <a:xfrm>
              <a:off x="1728771" y="1371106"/>
              <a:ext cx="422547" cy="476103"/>
            </a:xfrm>
            <a:custGeom>
              <a:avLst/>
              <a:gdLst/>
              <a:ahLst/>
              <a:cxnLst/>
              <a:rect l="l" t="t" r="r" b="b"/>
              <a:pathLst>
                <a:path w="13184" h="14855" extrusionOk="0">
                  <a:moveTo>
                    <a:pt x="6717" y="5230"/>
                  </a:moveTo>
                  <a:cubicBezTo>
                    <a:pt x="6717" y="5565"/>
                    <a:pt x="6767" y="5899"/>
                    <a:pt x="6884" y="6233"/>
                  </a:cubicBezTo>
                  <a:lnTo>
                    <a:pt x="6801" y="6233"/>
                  </a:lnTo>
                  <a:cubicBezTo>
                    <a:pt x="6550" y="6233"/>
                    <a:pt x="6283" y="6250"/>
                    <a:pt x="6032" y="6266"/>
                  </a:cubicBezTo>
                  <a:cubicBezTo>
                    <a:pt x="6133" y="5849"/>
                    <a:pt x="6366" y="5481"/>
                    <a:pt x="6717" y="5230"/>
                  </a:cubicBezTo>
                  <a:close/>
                  <a:moveTo>
                    <a:pt x="6701" y="4194"/>
                  </a:moveTo>
                  <a:lnTo>
                    <a:pt x="6701" y="4646"/>
                  </a:lnTo>
                  <a:cubicBezTo>
                    <a:pt x="6099" y="4996"/>
                    <a:pt x="5681" y="5581"/>
                    <a:pt x="5548" y="6250"/>
                  </a:cubicBezTo>
                  <a:lnTo>
                    <a:pt x="5531" y="6350"/>
                  </a:lnTo>
                  <a:cubicBezTo>
                    <a:pt x="5381" y="6367"/>
                    <a:pt x="5230" y="6400"/>
                    <a:pt x="5097" y="6433"/>
                  </a:cubicBezTo>
                  <a:lnTo>
                    <a:pt x="5180" y="6032"/>
                  </a:lnTo>
                  <a:cubicBezTo>
                    <a:pt x="5364" y="5214"/>
                    <a:pt x="5932" y="4529"/>
                    <a:pt x="6701" y="4194"/>
                  </a:cubicBezTo>
                  <a:close/>
                  <a:moveTo>
                    <a:pt x="5648" y="7870"/>
                  </a:moveTo>
                  <a:cubicBezTo>
                    <a:pt x="5732" y="7971"/>
                    <a:pt x="5798" y="8054"/>
                    <a:pt x="5882" y="8138"/>
                  </a:cubicBezTo>
                  <a:lnTo>
                    <a:pt x="5999" y="8255"/>
                  </a:lnTo>
                  <a:cubicBezTo>
                    <a:pt x="6183" y="8455"/>
                    <a:pt x="6366" y="8672"/>
                    <a:pt x="6517" y="8906"/>
                  </a:cubicBezTo>
                  <a:cubicBezTo>
                    <a:pt x="5849" y="8756"/>
                    <a:pt x="5180" y="8539"/>
                    <a:pt x="4562" y="8255"/>
                  </a:cubicBezTo>
                  <a:cubicBezTo>
                    <a:pt x="4646" y="8221"/>
                    <a:pt x="4746" y="8188"/>
                    <a:pt x="4846" y="8138"/>
                  </a:cubicBezTo>
                  <a:lnTo>
                    <a:pt x="4913" y="8104"/>
                  </a:lnTo>
                  <a:cubicBezTo>
                    <a:pt x="5163" y="8021"/>
                    <a:pt x="5397" y="7937"/>
                    <a:pt x="5648" y="7870"/>
                  </a:cubicBezTo>
                  <a:close/>
                  <a:moveTo>
                    <a:pt x="7803" y="7670"/>
                  </a:moveTo>
                  <a:cubicBezTo>
                    <a:pt x="8188" y="8054"/>
                    <a:pt x="8455" y="8555"/>
                    <a:pt x="8572" y="9107"/>
                  </a:cubicBezTo>
                  <a:lnTo>
                    <a:pt x="8405" y="9107"/>
                  </a:lnTo>
                  <a:cubicBezTo>
                    <a:pt x="7987" y="9107"/>
                    <a:pt x="7553" y="9073"/>
                    <a:pt x="7135" y="9007"/>
                  </a:cubicBezTo>
                  <a:cubicBezTo>
                    <a:pt x="6935" y="8606"/>
                    <a:pt x="6651" y="8238"/>
                    <a:pt x="6333" y="7904"/>
                  </a:cubicBezTo>
                  <a:lnTo>
                    <a:pt x="6216" y="7804"/>
                  </a:lnTo>
                  <a:cubicBezTo>
                    <a:pt x="6216" y="7787"/>
                    <a:pt x="6199" y="7770"/>
                    <a:pt x="6183" y="7753"/>
                  </a:cubicBezTo>
                  <a:cubicBezTo>
                    <a:pt x="6534" y="7703"/>
                    <a:pt x="6884" y="7670"/>
                    <a:pt x="7235" y="7670"/>
                  </a:cubicBezTo>
                  <a:close/>
                  <a:moveTo>
                    <a:pt x="3894" y="8438"/>
                  </a:moveTo>
                  <a:cubicBezTo>
                    <a:pt x="5280" y="9190"/>
                    <a:pt x="6834" y="9575"/>
                    <a:pt x="8405" y="9575"/>
                  </a:cubicBezTo>
                  <a:lnTo>
                    <a:pt x="8622" y="9575"/>
                  </a:lnTo>
                  <a:cubicBezTo>
                    <a:pt x="8622" y="9608"/>
                    <a:pt x="8622" y="9641"/>
                    <a:pt x="8622" y="9675"/>
                  </a:cubicBezTo>
                  <a:lnTo>
                    <a:pt x="8622" y="10059"/>
                  </a:lnTo>
                  <a:lnTo>
                    <a:pt x="7920" y="10059"/>
                  </a:lnTo>
                  <a:cubicBezTo>
                    <a:pt x="6534" y="10059"/>
                    <a:pt x="5180" y="9708"/>
                    <a:pt x="3994" y="9023"/>
                  </a:cubicBezTo>
                  <a:lnTo>
                    <a:pt x="3192" y="8572"/>
                  </a:lnTo>
                  <a:cubicBezTo>
                    <a:pt x="3426" y="8539"/>
                    <a:pt x="3660" y="8489"/>
                    <a:pt x="3894" y="8438"/>
                  </a:cubicBezTo>
                  <a:close/>
                  <a:moveTo>
                    <a:pt x="8876" y="485"/>
                  </a:moveTo>
                  <a:cubicBezTo>
                    <a:pt x="8897" y="485"/>
                    <a:pt x="8918" y="485"/>
                    <a:pt x="8940" y="485"/>
                  </a:cubicBezTo>
                  <a:cubicBezTo>
                    <a:pt x="11028" y="519"/>
                    <a:pt x="12682" y="2223"/>
                    <a:pt x="12699" y="4311"/>
                  </a:cubicBezTo>
                  <a:lnTo>
                    <a:pt x="12699" y="9107"/>
                  </a:lnTo>
                  <a:cubicBezTo>
                    <a:pt x="12699" y="10878"/>
                    <a:pt x="11997" y="12582"/>
                    <a:pt x="10727" y="13852"/>
                  </a:cubicBezTo>
                  <a:lnTo>
                    <a:pt x="10694" y="13885"/>
                  </a:lnTo>
                  <a:cubicBezTo>
                    <a:pt x="10377" y="14203"/>
                    <a:pt x="9959" y="14370"/>
                    <a:pt x="9508" y="14370"/>
                  </a:cubicBezTo>
                  <a:lnTo>
                    <a:pt x="9341" y="14370"/>
                  </a:lnTo>
                  <a:cubicBezTo>
                    <a:pt x="8422" y="14370"/>
                    <a:pt x="7670" y="13618"/>
                    <a:pt x="7670" y="12699"/>
                  </a:cubicBezTo>
                  <a:lnTo>
                    <a:pt x="7670" y="11129"/>
                  </a:lnTo>
                  <a:cubicBezTo>
                    <a:pt x="7670" y="10928"/>
                    <a:pt x="7653" y="10728"/>
                    <a:pt x="7620" y="10527"/>
                  </a:cubicBezTo>
                  <a:cubicBezTo>
                    <a:pt x="7720" y="10527"/>
                    <a:pt x="7820" y="10544"/>
                    <a:pt x="7920" y="10544"/>
                  </a:cubicBezTo>
                  <a:lnTo>
                    <a:pt x="8622" y="10544"/>
                  </a:lnTo>
                  <a:lnTo>
                    <a:pt x="8622" y="11012"/>
                  </a:lnTo>
                  <a:lnTo>
                    <a:pt x="9107" y="11012"/>
                  </a:lnTo>
                  <a:lnTo>
                    <a:pt x="9107" y="9675"/>
                  </a:lnTo>
                  <a:cubicBezTo>
                    <a:pt x="9107" y="8789"/>
                    <a:pt x="8756" y="7937"/>
                    <a:pt x="8121" y="7302"/>
                  </a:cubicBezTo>
                  <a:lnTo>
                    <a:pt x="8021" y="7202"/>
                  </a:lnTo>
                  <a:cubicBezTo>
                    <a:pt x="7486" y="6667"/>
                    <a:pt x="7185" y="5932"/>
                    <a:pt x="7185" y="5180"/>
                  </a:cubicBezTo>
                  <a:lnTo>
                    <a:pt x="7185" y="3359"/>
                  </a:lnTo>
                  <a:lnTo>
                    <a:pt x="6701" y="3359"/>
                  </a:lnTo>
                  <a:lnTo>
                    <a:pt x="6701" y="3677"/>
                  </a:lnTo>
                  <a:lnTo>
                    <a:pt x="6534" y="3743"/>
                  </a:lnTo>
                  <a:cubicBezTo>
                    <a:pt x="5899" y="4027"/>
                    <a:pt x="5364" y="4495"/>
                    <a:pt x="5030" y="5113"/>
                  </a:cubicBezTo>
                  <a:cubicBezTo>
                    <a:pt x="5030" y="5047"/>
                    <a:pt x="5030" y="4980"/>
                    <a:pt x="5030" y="4913"/>
                  </a:cubicBezTo>
                  <a:lnTo>
                    <a:pt x="5030" y="4412"/>
                  </a:lnTo>
                  <a:cubicBezTo>
                    <a:pt x="5030" y="3342"/>
                    <a:pt x="5464" y="2323"/>
                    <a:pt x="6233" y="1571"/>
                  </a:cubicBezTo>
                  <a:cubicBezTo>
                    <a:pt x="6936" y="868"/>
                    <a:pt x="7880" y="485"/>
                    <a:pt x="8876" y="485"/>
                  </a:cubicBezTo>
                  <a:close/>
                  <a:moveTo>
                    <a:pt x="8873" y="1"/>
                  </a:moveTo>
                  <a:cubicBezTo>
                    <a:pt x="7753" y="1"/>
                    <a:pt x="6684" y="435"/>
                    <a:pt x="5899" y="1237"/>
                  </a:cubicBezTo>
                  <a:cubicBezTo>
                    <a:pt x="5047" y="2073"/>
                    <a:pt x="4562" y="3225"/>
                    <a:pt x="4545" y="4412"/>
                  </a:cubicBezTo>
                  <a:lnTo>
                    <a:pt x="4545" y="4913"/>
                  </a:lnTo>
                  <a:cubicBezTo>
                    <a:pt x="4545" y="5297"/>
                    <a:pt x="4595" y="5682"/>
                    <a:pt x="4696" y="6049"/>
                  </a:cubicBezTo>
                  <a:lnTo>
                    <a:pt x="4562" y="6601"/>
                  </a:lnTo>
                  <a:cubicBezTo>
                    <a:pt x="4445" y="6634"/>
                    <a:pt x="4328" y="6684"/>
                    <a:pt x="4228" y="6717"/>
                  </a:cubicBezTo>
                  <a:cubicBezTo>
                    <a:pt x="3459" y="7035"/>
                    <a:pt x="2640" y="7185"/>
                    <a:pt x="1822" y="7185"/>
                  </a:cubicBezTo>
                  <a:lnTo>
                    <a:pt x="1" y="7185"/>
                  </a:lnTo>
                  <a:lnTo>
                    <a:pt x="1" y="7670"/>
                  </a:lnTo>
                  <a:lnTo>
                    <a:pt x="1822" y="7670"/>
                  </a:lnTo>
                  <a:cubicBezTo>
                    <a:pt x="2707" y="7670"/>
                    <a:pt x="3576" y="7503"/>
                    <a:pt x="4395" y="7169"/>
                  </a:cubicBezTo>
                  <a:cubicBezTo>
                    <a:pt x="5163" y="6868"/>
                    <a:pt x="5982" y="6701"/>
                    <a:pt x="6801" y="6701"/>
                  </a:cubicBezTo>
                  <a:lnTo>
                    <a:pt x="7068" y="6701"/>
                  </a:lnTo>
                  <a:cubicBezTo>
                    <a:pt x="7169" y="6868"/>
                    <a:pt x="7269" y="7035"/>
                    <a:pt x="7386" y="7185"/>
                  </a:cubicBezTo>
                  <a:lnTo>
                    <a:pt x="7235" y="7185"/>
                  </a:lnTo>
                  <a:cubicBezTo>
                    <a:pt x="6383" y="7185"/>
                    <a:pt x="5531" y="7352"/>
                    <a:pt x="4746" y="7670"/>
                  </a:cubicBezTo>
                  <a:lnTo>
                    <a:pt x="4662" y="7703"/>
                  </a:lnTo>
                  <a:cubicBezTo>
                    <a:pt x="3927" y="7987"/>
                    <a:pt x="3142" y="8138"/>
                    <a:pt x="2340" y="8138"/>
                  </a:cubicBezTo>
                  <a:lnTo>
                    <a:pt x="1" y="8138"/>
                  </a:lnTo>
                  <a:lnTo>
                    <a:pt x="1" y="8622"/>
                  </a:lnTo>
                  <a:lnTo>
                    <a:pt x="2323" y="8622"/>
                  </a:lnTo>
                  <a:lnTo>
                    <a:pt x="3743" y="9441"/>
                  </a:lnTo>
                  <a:cubicBezTo>
                    <a:pt x="4796" y="10026"/>
                    <a:pt x="5949" y="10393"/>
                    <a:pt x="7135" y="10494"/>
                  </a:cubicBezTo>
                  <a:cubicBezTo>
                    <a:pt x="7169" y="10711"/>
                    <a:pt x="7185" y="10911"/>
                    <a:pt x="7185" y="11129"/>
                  </a:cubicBezTo>
                  <a:lnTo>
                    <a:pt x="7185" y="12699"/>
                  </a:lnTo>
                  <a:cubicBezTo>
                    <a:pt x="7185" y="13885"/>
                    <a:pt x="8154" y="14855"/>
                    <a:pt x="9341" y="14855"/>
                  </a:cubicBezTo>
                  <a:lnTo>
                    <a:pt x="9508" y="14855"/>
                  </a:lnTo>
                  <a:cubicBezTo>
                    <a:pt x="10076" y="14855"/>
                    <a:pt x="10627" y="14637"/>
                    <a:pt x="11028" y="14220"/>
                  </a:cubicBezTo>
                  <a:lnTo>
                    <a:pt x="11078" y="14186"/>
                  </a:lnTo>
                  <a:cubicBezTo>
                    <a:pt x="12432" y="12833"/>
                    <a:pt x="13184" y="11012"/>
                    <a:pt x="13184" y="9107"/>
                  </a:cubicBezTo>
                  <a:lnTo>
                    <a:pt x="13184" y="4311"/>
                  </a:lnTo>
                  <a:cubicBezTo>
                    <a:pt x="13167" y="1972"/>
                    <a:pt x="11296" y="51"/>
                    <a:pt x="8940" y="1"/>
                  </a:cubicBezTo>
                  <a:close/>
                </a:path>
              </a:pathLst>
            </a:custGeom>
            <a:solidFill>
              <a:srgbClr val="4AA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5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Thank You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188</Words>
  <Application>Microsoft Office PowerPoint</Application>
  <PresentationFormat>On-screen Show (16:9)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Constantia</vt:lpstr>
      <vt:lpstr>Wingdings 2</vt:lpstr>
      <vt:lpstr>Hind</vt:lpstr>
      <vt:lpstr>Pompiere</vt:lpstr>
      <vt:lpstr>Roboto Condensed Light</vt:lpstr>
      <vt:lpstr>Flow</vt:lpstr>
      <vt:lpstr>Comparative Analysis of Adverse Effects: Tramal vs Lyrica</vt:lpstr>
      <vt:lpstr>Slide 2</vt:lpstr>
      <vt:lpstr>Overview of the Analysis</vt:lpstr>
      <vt:lpstr>01</vt:lpstr>
      <vt:lpstr>Comparison Chart: Tramal vs Lyrica Adverse Effects</vt:lpstr>
      <vt:lpstr>Adverse Effects of Tramal vs Lyrica</vt:lpstr>
      <vt:lpstr>Conclusion and Recommendations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Case 06-2025</dc:title>
  <dc:creator>usr</dc:creator>
  <cp:lastModifiedBy>usr</cp:lastModifiedBy>
  <cp:revision>19</cp:revision>
  <dcterms:modified xsi:type="dcterms:W3CDTF">2025-02-25T15:33:14Z</dcterms:modified>
</cp:coreProperties>
</file>